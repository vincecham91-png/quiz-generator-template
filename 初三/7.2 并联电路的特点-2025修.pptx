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58" r:id="rId4"/>
    <p:sldId id="262" r:id="rId5"/>
    <p:sldId id="259" r:id="rId6"/>
    <p:sldId id="324" r:id="rId7"/>
    <p:sldId id="350" r:id="rId8"/>
    <p:sldId id="356" r:id="rId9"/>
    <p:sldId id="358" r:id="rId10"/>
    <p:sldId id="264" r:id="rId11"/>
    <p:sldId id="360" r:id="rId12"/>
    <p:sldId id="270" r:id="rId13"/>
    <p:sldId id="345" r:id="rId14"/>
    <p:sldId id="357" r:id="rId15"/>
    <p:sldId id="359" r:id="rId16"/>
    <p:sldId id="274" r:id="rId17"/>
    <p:sldId id="347" r:id="rId18"/>
    <p:sldId id="351" r:id="rId19"/>
    <p:sldId id="352" r:id="rId20"/>
    <p:sldId id="260" r:id="rId21"/>
    <p:sldId id="271" r:id="rId22"/>
    <p:sldId id="348" r:id="rId23"/>
    <p:sldId id="320" r:id="rId24"/>
    <p:sldId id="315" r:id="rId25"/>
    <p:sldId id="349" r:id="rId26"/>
  </p:sldIdLst>
  <p:sldSz cx="9144000" cy="6858000" type="screen4x3"/>
  <p:notesSz cx="6858000" cy="9144000"/>
  <p:defaultTextStyle>
    <a:defPPr>
      <a:defRPr lang="zh-CN"/>
    </a:defPPr>
    <a:lvl1pPr algn="l" rtl="0" fontAlgn="base">
      <a:spcBef>
        <a:spcPct val="0"/>
      </a:spcBef>
      <a:spcAft>
        <a:spcPct val="0"/>
      </a:spcAft>
      <a:defRPr sz="3200" b="1" kern="1200">
        <a:solidFill>
          <a:schemeClr val="tx1"/>
        </a:solidFill>
        <a:latin typeface="黑体" pitchFamily="2" charset="-122"/>
        <a:ea typeface="黑体" pitchFamily="2" charset="-122"/>
        <a:cs typeface="+mn-cs"/>
      </a:defRPr>
    </a:lvl1pPr>
    <a:lvl2pPr marL="457200" algn="l" rtl="0" fontAlgn="base">
      <a:spcBef>
        <a:spcPct val="0"/>
      </a:spcBef>
      <a:spcAft>
        <a:spcPct val="0"/>
      </a:spcAft>
      <a:defRPr sz="3200" b="1" kern="1200">
        <a:solidFill>
          <a:schemeClr val="tx1"/>
        </a:solidFill>
        <a:latin typeface="黑体" pitchFamily="2" charset="-122"/>
        <a:ea typeface="黑体" pitchFamily="2" charset="-122"/>
        <a:cs typeface="+mn-cs"/>
      </a:defRPr>
    </a:lvl2pPr>
    <a:lvl3pPr marL="914400" algn="l" rtl="0" fontAlgn="base">
      <a:spcBef>
        <a:spcPct val="0"/>
      </a:spcBef>
      <a:spcAft>
        <a:spcPct val="0"/>
      </a:spcAft>
      <a:defRPr sz="3200" b="1" kern="1200">
        <a:solidFill>
          <a:schemeClr val="tx1"/>
        </a:solidFill>
        <a:latin typeface="黑体" pitchFamily="2" charset="-122"/>
        <a:ea typeface="黑体" pitchFamily="2" charset="-122"/>
        <a:cs typeface="+mn-cs"/>
      </a:defRPr>
    </a:lvl3pPr>
    <a:lvl4pPr marL="1371600" algn="l" rtl="0" fontAlgn="base">
      <a:spcBef>
        <a:spcPct val="0"/>
      </a:spcBef>
      <a:spcAft>
        <a:spcPct val="0"/>
      </a:spcAft>
      <a:defRPr sz="3200" b="1" kern="1200">
        <a:solidFill>
          <a:schemeClr val="tx1"/>
        </a:solidFill>
        <a:latin typeface="黑体" pitchFamily="2" charset="-122"/>
        <a:ea typeface="黑体" pitchFamily="2" charset="-122"/>
        <a:cs typeface="+mn-cs"/>
      </a:defRPr>
    </a:lvl4pPr>
    <a:lvl5pPr marL="1828800" algn="l" rtl="0" fontAlgn="base">
      <a:spcBef>
        <a:spcPct val="0"/>
      </a:spcBef>
      <a:spcAft>
        <a:spcPct val="0"/>
      </a:spcAft>
      <a:defRPr sz="3200" b="1" kern="1200">
        <a:solidFill>
          <a:schemeClr val="tx1"/>
        </a:solidFill>
        <a:latin typeface="黑体" pitchFamily="2" charset="-122"/>
        <a:ea typeface="黑体" pitchFamily="2" charset="-122"/>
        <a:cs typeface="+mn-cs"/>
      </a:defRPr>
    </a:lvl5pPr>
    <a:lvl6pPr marL="2286000" algn="l" defTabSz="914400" rtl="0" eaLnBrk="1" latinLnBrk="0" hangingPunct="1">
      <a:defRPr sz="3200" b="1" kern="1200">
        <a:solidFill>
          <a:schemeClr val="tx1"/>
        </a:solidFill>
        <a:latin typeface="黑体" pitchFamily="2" charset="-122"/>
        <a:ea typeface="黑体" pitchFamily="2" charset="-122"/>
        <a:cs typeface="+mn-cs"/>
      </a:defRPr>
    </a:lvl6pPr>
    <a:lvl7pPr marL="2743200" algn="l" defTabSz="914400" rtl="0" eaLnBrk="1" latinLnBrk="0" hangingPunct="1">
      <a:defRPr sz="3200" b="1" kern="1200">
        <a:solidFill>
          <a:schemeClr val="tx1"/>
        </a:solidFill>
        <a:latin typeface="黑体" pitchFamily="2" charset="-122"/>
        <a:ea typeface="黑体" pitchFamily="2" charset="-122"/>
        <a:cs typeface="+mn-cs"/>
      </a:defRPr>
    </a:lvl7pPr>
    <a:lvl8pPr marL="3200400" algn="l" defTabSz="914400" rtl="0" eaLnBrk="1" latinLnBrk="0" hangingPunct="1">
      <a:defRPr sz="3200" b="1" kern="1200">
        <a:solidFill>
          <a:schemeClr val="tx1"/>
        </a:solidFill>
        <a:latin typeface="黑体" pitchFamily="2" charset="-122"/>
        <a:ea typeface="黑体" pitchFamily="2" charset="-122"/>
        <a:cs typeface="+mn-cs"/>
      </a:defRPr>
    </a:lvl8pPr>
    <a:lvl9pPr marL="3657600" algn="l" defTabSz="914400" rtl="0" eaLnBrk="1" latinLnBrk="0" hangingPunct="1">
      <a:defRPr sz="3200" b="1" kern="1200">
        <a:solidFill>
          <a:schemeClr val="tx1"/>
        </a:solidFill>
        <a:latin typeface="黑体" pitchFamily="2" charset="-122"/>
        <a:ea typeface="黑体" pitchFamily="2" charset="-122"/>
        <a:cs typeface="+mn-cs"/>
      </a:defRPr>
    </a:lvl9pPr>
  </p:defaultTextStyle>
  <p:extLst>
    <p:ext uri="{EFAFB233-063F-42B5-8137-9DF3F51BA10A}">
      <p15:sldGuideLst xmlns:p15="http://schemas.microsoft.com/office/powerpoint/2012/main">
        <p15:guide id="1" orient="horz" pos="2162">
          <p15:clr>
            <a:srgbClr val="A4A3A4"/>
          </p15:clr>
        </p15:guide>
        <p15:guide id="2" pos="291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FF99"/>
    <a:srgbClr val="FFFF66"/>
    <a:srgbClr val="FFEBFF"/>
    <a:srgbClr val="FFFBFF"/>
    <a:srgbClr val="FFE1FF"/>
    <a:srgbClr val="FFFFCC"/>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1428" y="44"/>
      </p:cViewPr>
      <p:guideLst>
        <p:guide orient="horz" pos="2162"/>
        <p:guide pos="2916"/>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46E898-FF21-4191-82F6-6F0A8551CAF7}" type="datetimeFigureOut">
              <a:rPr lang="en-MY" smtClean="0"/>
              <a:t>18/7/2025</a:t>
            </a:fld>
            <a:endParaRPr lang="en-MY"/>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23035AD-E3D6-4153-ABF4-122CA452216F}" type="slidenum">
              <a:rPr lang="en-MY" smtClean="0"/>
              <a:t>‹#›</a:t>
            </a:fld>
            <a:endParaRPr lang="en-MY"/>
          </a:p>
        </p:txBody>
      </p:sp>
    </p:spTree>
    <p:extLst>
      <p:ext uri="{BB962C8B-B14F-4D97-AF65-F5344CB8AC3E}">
        <p14:creationId xmlns:p14="http://schemas.microsoft.com/office/powerpoint/2010/main" val="313614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镍铬合金丝对电流的阻碍作用比铜丝对电流的阻碍作用大。（材料）</a:t>
            </a:r>
            <a:endParaRPr lang="en-MY" dirty="0"/>
          </a:p>
        </p:txBody>
      </p:sp>
      <p:sp>
        <p:nvSpPr>
          <p:cNvPr id="4" name="Slide Number Placeholder 3"/>
          <p:cNvSpPr>
            <a:spLocks noGrp="1"/>
          </p:cNvSpPr>
          <p:nvPr>
            <p:ph type="sldNum" sz="quarter" idx="10"/>
          </p:nvPr>
        </p:nvSpPr>
        <p:spPr/>
        <p:txBody>
          <a:bodyPr/>
          <a:lstStyle/>
          <a:p>
            <a:fld id="{723035AD-E3D6-4153-ABF4-122CA452216F}" type="slidenum">
              <a:rPr lang="en-MY" smtClean="0"/>
              <a:t>21</a:t>
            </a:fld>
            <a:endParaRPr lang="en-MY"/>
          </a:p>
        </p:txBody>
      </p:sp>
    </p:spTree>
    <p:extLst>
      <p:ext uri="{BB962C8B-B14F-4D97-AF65-F5344CB8AC3E}">
        <p14:creationId xmlns:p14="http://schemas.microsoft.com/office/powerpoint/2010/main" val="325419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a:ln/>
        </p:spPr>
        <p:txBody>
          <a:bodyPr/>
          <a:lstStyle>
            <a:lvl1pPr>
              <a:defRPr/>
            </a:lvl1pPr>
          </a:lstStyle>
          <a:p>
            <a:pPr>
              <a:defRPr/>
            </a:pPr>
            <a:fld id="{013A8B46-72CA-40D6-9123-2AF353486E79}" type="datetimeFigureOut">
              <a:rPr lang="zh-CN" altLang="en-US"/>
              <a:pPr>
                <a:defRPr/>
              </a:pPr>
              <a:t>2025/7/18</a:t>
            </a:fld>
            <a:endParaRPr lang="en-US"/>
          </a:p>
        </p:txBody>
      </p:sp>
      <p:sp>
        <p:nvSpPr>
          <p:cNvPr id="5"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a:ln/>
        </p:spPr>
        <p:txBody>
          <a:bodyPr/>
          <a:lstStyle>
            <a:lvl1pPr>
              <a:defRPr/>
            </a:lvl1pPr>
          </a:lstStyle>
          <a:p>
            <a:pPr>
              <a:defRPr/>
            </a:pPr>
            <a:fld id="{ACE9FF66-564A-49A5-86F1-B486BFED5ADF}" type="slidenum">
              <a:rPr lang="zh-CN" altLang="en-US"/>
              <a:pPr>
                <a:defRPr/>
              </a:pPr>
              <a:t>‹#›</a:t>
            </a:fld>
            <a:endParaRPr lang="en-US"/>
          </a:p>
        </p:txBody>
      </p:sp>
    </p:spTree>
    <p:extLst>
      <p:ext uri="{BB962C8B-B14F-4D97-AF65-F5344CB8AC3E}">
        <p14:creationId xmlns:p14="http://schemas.microsoft.com/office/powerpoint/2010/main" val="2229710380"/>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ln/>
        </p:spPr>
        <p:txBody>
          <a:bodyPr/>
          <a:lstStyle>
            <a:lvl1pPr>
              <a:defRPr/>
            </a:lvl1pPr>
          </a:lstStyle>
          <a:p>
            <a:pPr>
              <a:defRPr/>
            </a:pPr>
            <a:fld id="{974B3CA1-3335-4E3C-BF28-66A81E23EEB0}" type="datetimeFigureOut">
              <a:rPr lang="zh-CN" altLang="en-US"/>
              <a:pPr>
                <a:defRPr/>
              </a:pPr>
              <a:t>2025/7/18</a:t>
            </a:fld>
            <a:endParaRPr lang="en-US"/>
          </a:p>
        </p:txBody>
      </p:sp>
      <p:sp>
        <p:nvSpPr>
          <p:cNvPr id="5"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a:ln/>
        </p:spPr>
        <p:txBody>
          <a:bodyPr/>
          <a:lstStyle>
            <a:lvl1pPr>
              <a:defRPr/>
            </a:lvl1pPr>
          </a:lstStyle>
          <a:p>
            <a:pPr>
              <a:defRPr/>
            </a:pPr>
            <a:fld id="{5E28F279-50C3-48A8-925C-9B465F22A5F9}" type="slidenum">
              <a:rPr lang="zh-CN" altLang="en-US"/>
              <a:pPr>
                <a:defRPr/>
              </a:pPr>
              <a:t>‹#›</a:t>
            </a:fld>
            <a:endParaRPr lang="en-US"/>
          </a:p>
        </p:txBody>
      </p:sp>
    </p:spTree>
    <p:extLst>
      <p:ext uri="{BB962C8B-B14F-4D97-AF65-F5344CB8AC3E}">
        <p14:creationId xmlns:p14="http://schemas.microsoft.com/office/powerpoint/2010/main" val="2576487049"/>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a:ln/>
        </p:spPr>
        <p:txBody>
          <a:bodyPr/>
          <a:lstStyle>
            <a:lvl1pPr>
              <a:defRPr/>
            </a:lvl1pPr>
          </a:lstStyle>
          <a:p>
            <a:pPr>
              <a:defRPr/>
            </a:pPr>
            <a:fld id="{7EEEF6EE-BA70-4CB7-B271-D5413DA023E1}" type="datetimeFigureOut">
              <a:rPr lang="zh-CN" altLang="en-US"/>
              <a:pPr>
                <a:defRPr/>
              </a:pPr>
              <a:t>2025/7/18</a:t>
            </a:fld>
            <a:endParaRPr lang="en-US"/>
          </a:p>
        </p:txBody>
      </p:sp>
      <p:sp>
        <p:nvSpPr>
          <p:cNvPr id="5"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a:ln/>
        </p:spPr>
        <p:txBody>
          <a:bodyPr/>
          <a:lstStyle>
            <a:lvl1pPr>
              <a:defRPr/>
            </a:lvl1pPr>
          </a:lstStyle>
          <a:p>
            <a:pPr>
              <a:defRPr/>
            </a:pPr>
            <a:fld id="{76324FF0-22E5-4742-9AED-1CFF0EFD91D5}" type="slidenum">
              <a:rPr lang="zh-CN" altLang="en-US"/>
              <a:pPr>
                <a:defRPr/>
              </a:pPr>
              <a:t>‹#›</a:t>
            </a:fld>
            <a:endParaRPr lang="en-US"/>
          </a:p>
        </p:txBody>
      </p:sp>
    </p:spTree>
    <p:extLst>
      <p:ext uri="{BB962C8B-B14F-4D97-AF65-F5344CB8AC3E}">
        <p14:creationId xmlns:p14="http://schemas.microsoft.com/office/powerpoint/2010/main" val="461809580"/>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a:ln/>
        </p:spPr>
        <p:txBody>
          <a:bodyPr/>
          <a:lstStyle>
            <a:lvl1pPr>
              <a:defRPr/>
            </a:lvl1pPr>
          </a:lstStyle>
          <a:p>
            <a:pPr>
              <a:defRPr/>
            </a:pPr>
            <a:fld id="{ACE1F088-0B93-45B8-B427-3EEE61279620}" type="datetimeFigureOut">
              <a:rPr lang="zh-CN" altLang="en-US"/>
              <a:pPr>
                <a:defRPr/>
              </a:pPr>
              <a:t>2025/7/18</a:t>
            </a:fld>
            <a:endParaRPr lang="en-US"/>
          </a:p>
        </p:txBody>
      </p:sp>
      <p:sp>
        <p:nvSpPr>
          <p:cNvPr id="6"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a:ln/>
        </p:spPr>
        <p:txBody>
          <a:bodyPr/>
          <a:lstStyle>
            <a:lvl1pPr>
              <a:defRPr/>
            </a:lvl1pPr>
          </a:lstStyle>
          <a:p>
            <a:pPr>
              <a:defRPr/>
            </a:pPr>
            <a:fld id="{095D09A0-189D-4D65-9484-A7C21C1AE5EC}" type="slidenum">
              <a:rPr lang="zh-CN" altLang="en-US"/>
              <a:pPr>
                <a:defRPr/>
              </a:pPr>
              <a:t>‹#›</a:t>
            </a:fld>
            <a:endParaRPr lang="en-US"/>
          </a:p>
        </p:txBody>
      </p:sp>
    </p:spTree>
    <p:extLst>
      <p:ext uri="{BB962C8B-B14F-4D97-AF65-F5344CB8AC3E}">
        <p14:creationId xmlns:p14="http://schemas.microsoft.com/office/powerpoint/2010/main" val="42588867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a:ln/>
        </p:spPr>
        <p:txBody>
          <a:bodyPr/>
          <a:lstStyle>
            <a:lvl1pPr>
              <a:defRPr/>
            </a:lvl1pPr>
          </a:lstStyle>
          <a:p>
            <a:pPr>
              <a:defRPr/>
            </a:pPr>
            <a:fld id="{1F169283-E85A-4B60-885C-6C66FC41C760}" type="datetimeFigureOut">
              <a:rPr lang="zh-CN" altLang="en-US"/>
              <a:pPr>
                <a:defRPr/>
              </a:pPr>
              <a:t>2025/7/18</a:t>
            </a:fld>
            <a:endParaRPr lang="en-US"/>
          </a:p>
        </p:txBody>
      </p:sp>
      <p:sp>
        <p:nvSpPr>
          <p:cNvPr id="8"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9" name="灯片编号占位符 5"/>
          <p:cNvSpPr>
            <a:spLocks noGrp="1" noChangeArrowheads="1"/>
          </p:cNvSpPr>
          <p:nvPr>
            <p:ph type="sldNum" sz="quarter" idx="12"/>
          </p:nvPr>
        </p:nvSpPr>
        <p:spPr>
          <a:ln/>
        </p:spPr>
        <p:txBody>
          <a:bodyPr/>
          <a:lstStyle>
            <a:lvl1pPr>
              <a:defRPr/>
            </a:lvl1pPr>
          </a:lstStyle>
          <a:p>
            <a:pPr>
              <a:defRPr/>
            </a:pPr>
            <a:fld id="{E4D2F532-7313-4F40-A2BE-9871234E9503}" type="slidenum">
              <a:rPr lang="zh-CN" altLang="en-US"/>
              <a:pPr>
                <a:defRPr/>
              </a:pPr>
              <a:t>‹#›</a:t>
            </a:fld>
            <a:endParaRPr lang="en-US"/>
          </a:p>
        </p:txBody>
      </p:sp>
    </p:spTree>
    <p:extLst>
      <p:ext uri="{BB962C8B-B14F-4D97-AF65-F5344CB8AC3E}">
        <p14:creationId xmlns:p14="http://schemas.microsoft.com/office/powerpoint/2010/main" val="2800587499"/>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a:ln/>
        </p:spPr>
        <p:txBody>
          <a:bodyPr/>
          <a:lstStyle>
            <a:lvl1pPr>
              <a:defRPr/>
            </a:lvl1pPr>
          </a:lstStyle>
          <a:p>
            <a:pPr>
              <a:defRPr/>
            </a:pPr>
            <a:fld id="{0EE97F97-DB17-4A38-AB1A-DFEC672DD899}" type="datetimeFigureOut">
              <a:rPr lang="zh-CN" altLang="en-US"/>
              <a:pPr>
                <a:defRPr/>
              </a:pPr>
              <a:t>2025/7/18</a:t>
            </a:fld>
            <a:endParaRPr lang="en-US"/>
          </a:p>
        </p:txBody>
      </p:sp>
      <p:sp>
        <p:nvSpPr>
          <p:cNvPr id="4"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5" name="灯片编号占位符 5"/>
          <p:cNvSpPr>
            <a:spLocks noGrp="1" noChangeArrowheads="1"/>
          </p:cNvSpPr>
          <p:nvPr>
            <p:ph type="sldNum" sz="quarter" idx="12"/>
          </p:nvPr>
        </p:nvSpPr>
        <p:spPr>
          <a:ln/>
        </p:spPr>
        <p:txBody>
          <a:bodyPr/>
          <a:lstStyle>
            <a:lvl1pPr>
              <a:defRPr/>
            </a:lvl1pPr>
          </a:lstStyle>
          <a:p>
            <a:pPr>
              <a:defRPr/>
            </a:pPr>
            <a:fld id="{8B8DA32B-3AF6-4FD8-9207-CEA06D5957AF}" type="slidenum">
              <a:rPr lang="zh-CN" altLang="en-US"/>
              <a:pPr>
                <a:defRPr/>
              </a:pPr>
              <a:t>‹#›</a:t>
            </a:fld>
            <a:endParaRPr lang="en-US"/>
          </a:p>
        </p:txBody>
      </p:sp>
    </p:spTree>
    <p:extLst>
      <p:ext uri="{BB962C8B-B14F-4D97-AF65-F5344CB8AC3E}">
        <p14:creationId xmlns:p14="http://schemas.microsoft.com/office/powerpoint/2010/main" val="296125188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a:ln/>
        </p:spPr>
        <p:txBody>
          <a:bodyPr/>
          <a:lstStyle>
            <a:lvl1pPr>
              <a:defRPr/>
            </a:lvl1pPr>
          </a:lstStyle>
          <a:p>
            <a:pPr>
              <a:defRPr/>
            </a:pPr>
            <a:fld id="{B2805F4E-8531-4D4E-83DA-878486F2FE56}" type="datetimeFigureOut">
              <a:rPr lang="zh-CN" altLang="en-US"/>
              <a:pPr>
                <a:defRPr/>
              </a:pPr>
              <a:t>2025/7/18</a:t>
            </a:fld>
            <a:endParaRPr lang="en-US"/>
          </a:p>
        </p:txBody>
      </p:sp>
      <p:sp>
        <p:nvSpPr>
          <p:cNvPr id="3"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4" name="灯片编号占位符 5"/>
          <p:cNvSpPr>
            <a:spLocks noGrp="1" noChangeArrowheads="1"/>
          </p:cNvSpPr>
          <p:nvPr>
            <p:ph type="sldNum" sz="quarter" idx="12"/>
          </p:nvPr>
        </p:nvSpPr>
        <p:spPr>
          <a:ln/>
        </p:spPr>
        <p:txBody>
          <a:bodyPr/>
          <a:lstStyle>
            <a:lvl1pPr>
              <a:defRPr/>
            </a:lvl1pPr>
          </a:lstStyle>
          <a:p>
            <a:pPr>
              <a:defRPr/>
            </a:pPr>
            <a:fld id="{62BBEC6F-E18A-4F08-B293-C92972AF21D1}" type="slidenum">
              <a:rPr lang="zh-CN" altLang="en-US"/>
              <a:pPr>
                <a:defRPr/>
              </a:pPr>
              <a:t>‹#›</a:t>
            </a:fld>
            <a:endParaRPr lang="en-US"/>
          </a:p>
        </p:txBody>
      </p:sp>
    </p:spTree>
    <p:extLst>
      <p:ext uri="{BB962C8B-B14F-4D97-AF65-F5344CB8AC3E}">
        <p14:creationId xmlns:p14="http://schemas.microsoft.com/office/powerpoint/2010/main" val="3507831882"/>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a:ln/>
        </p:spPr>
        <p:txBody>
          <a:bodyPr/>
          <a:lstStyle>
            <a:lvl1pPr>
              <a:defRPr/>
            </a:lvl1pPr>
          </a:lstStyle>
          <a:p>
            <a:pPr>
              <a:defRPr/>
            </a:pPr>
            <a:fld id="{0597E714-1D2A-4064-99C4-B18467E8AABF}" type="datetimeFigureOut">
              <a:rPr lang="zh-CN" altLang="en-US"/>
              <a:pPr>
                <a:defRPr/>
              </a:pPr>
              <a:t>2025/7/18</a:t>
            </a:fld>
            <a:endParaRPr lang="en-US"/>
          </a:p>
        </p:txBody>
      </p:sp>
      <p:sp>
        <p:nvSpPr>
          <p:cNvPr id="6"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a:ln/>
        </p:spPr>
        <p:txBody>
          <a:bodyPr/>
          <a:lstStyle>
            <a:lvl1pPr>
              <a:defRPr/>
            </a:lvl1pPr>
          </a:lstStyle>
          <a:p>
            <a:pPr>
              <a:defRPr/>
            </a:pPr>
            <a:fld id="{9A80F895-0EE6-4F54-9F42-249F115997A9}" type="slidenum">
              <a:rPr lang="zh-CN" altLang="en-US"/>
              <a:pPr>
                <a:defRPr/>
              </a:pPr>
              <a:t>‹#›</a:t>
            </a:fld>
            <a:endParaRPr lang="en-US"/>
          </a:p>
        </p:txBody>
      </p:sp>
    </p:spTree>
    <p:extLst>
      <p:ext uri="{BB962C8B-B14F-4D97-AF65-F5344CB8AC3E}">
        <p14:creationId xmlns:p14="http://schemas.microsoft.com/office/powerpoint/2010/main" val="350043094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a:ln/>
        </p:spPr>
        <p:txBody>
          <a:bodyPr/>
          <a:lstStyle>
            <a:lvl1pPr>
              <a:defRPr/>
            </a:lvl1pPr>
          </a:lstStyle>
          <a:p>
            <a:pPr>
              <a:defRPr/>
            </a:pPr>
            <a:fld id="{3D8771DF-35EA-43ED-995F-EDD2AF2253EE}" type="datetimeFigureOut">
              <a:rPr lang="zh-CN" altLang="en-US"/>
              <a:pPr>
                <a:defRPr/>
              </a:pPr>
              <a:t>2025/7/18</a:t>
            </a:fld>
            <a:endParaRPr lang="en-US"/>
          </a:p>
        </p:txBody>
      </p:sp>
      <p:sp>
        <p:nvSpPr>
          <p:cNvPr id="6"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a:ln/>
        </p:spPr>
        <p:txBody>
          <a:bodyPr/>
          <a:lstStyle>
            <a:lvl1pPr>
              <a:defRPr/>
            </a:lvl1pPr>
          </a:lstStyle>
          <a:p>
            <a:pPr>
              <a:defRPr/>
            </a:pPr>
            <a:fld id="{491B2878-AD55-463C-A3B2-4078E0AADE0B}" type="slidenum">
              <a:rPr lang="zh-CN" altLang="en-US"/>
              <a:pPr>
                <a:defRPr/>
              </a:pPr>
              <a:t>‹#›</a:t>
            </a:fld>
            <a:endParaRPr lang="en-US"/>
          </a:p>
        </p:txBody>
      </p:sp>
    </p:spTree>
    <p:extLst>
      <p:ext uri="{BB962C8B-B14F-4D97-AF65-F5344CB8AC3E}">
        <p14:creationId xmlns:p14="http://schemas.microsoft.com/office/powerpoint/2010/main" val="292332403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ln/>
        </p:spPr>
        <p:txBody>
          <a:bodyPr/>
          <a:lstStyle>
            <a:lvl1pPr>
              <a:defRPr/>
            </a:lvl1pPr>
          </a:lstStyle>
          <a:p>
            <a:pPr>
              <a:defRPr/>
            </a:pPr>
            <a:fld id="{8E6D8C08-8ED5-4456-B223-46ED42749427}" type="datetimeFigureOut">
              <a:rPr lang="zh-CN" altLang="en-US"/>
              <a:pPr>
                <a:defRPr/>
              </a:pPr>
              <a:t>2025/7/18</a:t>
            </a:fld>
            <a:endParaRPr lang="en-US"/>
          </a:p>
        </p:txBody>
      </p:sp>
      <p:sp>
        <p:nvSpPr>
          <p:cNvPr id="5"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a:ln/>
        </p:spPr>
        <p:txBody>
          <a:bodyPr/>
          <a:lstStyle>
            <a:lvl1pPr>
              <a:defRPr/>
            </a:lvl1pPr>
          </a:lstStyle>
          <a:p>
            <a:pPr>
              <a:defRPr/>
            </a:pPr>
            <a:fld id="{80E6E726-DF27-4CA9-A4B3-19409564D9DD}" type="slidenum">
              <a:rPr lang="zh-CN" altLang="en-US"/>
              <a:pPr>
                <a:defRPr/>
              </a:pPr>
              <a:t>‹#›</a:t>
            </a:fld>
            <a:endParaRPr lang="en-US"/>
          </a:p>
        </p:txBody>
      </p:sp>
    </p:spTree>
    <p:extLst>
      <p:ext uri="{BB962C8B-B14F-4D97-AF65-F5344CB8AC3E}">
        <p14:creationId xmlns:p14="http://schemas.microsoft.com/office/powerpoint/2010/main" val="327522320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ln/>
        </p:spPr>
        <p:txBody>
          <a:bodyPr/>
          <a:lstStyle>
            <a:lvl1pPr>
              <a:defRPr/>
            </a:lvl1pPr>
          </a:lstStyle>
          <a:p>
            <a:pPr>
              <a:defRPr/>
            </a:pPr>
            <a:fld id="{4BA98237-9DDA-4349-83C2-CE24A273A3B1}" type="datetimeFigureOut">
              <a:rPr lang="zh-CN" altLang="en-US"/>
              <a:pPr>
                <a:defRPr/>
              </a:pPr>
              <a:t>2025/7/18</a:t>
            </a:fld>
            <a:endParaRPr lang="en-US"/>
          </a:p>
        </p:txBody>
      </p:sp>
      <p:sp>
        <p:nvSpPr>
          <p:cNvPr id="5"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a:ln/>
        </p:spPr>
        <p:txBody>
          <a:bodyPr/>
          <a:lstStyle>
            <a:lvl1pPr>
              <a:defRPr/>
            </a:lvl1pPr>
          </a:lstStyle>
          <a:p>
            <a:pPr>
              <a:defRPr/>
            </a:pPr>
            <a:fld id="{3B310182-099C-49A7-8969-CAA047549719}" type="slidenum">
              <a:rPr lang="zh-CN" altLang="en-US"/>
              <a:pPr>
                <a:defRPr/>
              </a:pPr>
              <a:t>‹#›</a:t>
            </a:fld>
            <a:endParaRPr lang="en-US"/>
          </a:p>
        </p:txBody>
      </p:sp>
    </p:spTree>
    <p:extLst>
      <p:ext uri="{BB962C8B-B14F-4D97-AF65-F5344CB8AC3E}">
        <p14:creationId xmlns:p14="http://schemas.microsoft.com/office/powerpoint/2010/main" val="386187083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t>单击此处编辑母版标题样式</a:t>
            </a:r>
          </a:p>
        </p:txBody>
      </p:sp>
      <p:sp>
        <p:nvSpPr>
          <p:cNvPr id="1027" name="文本占位符 2"/>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sz="half" idx="2"/>
          </p:nvPr>
        </p:nvSpPr>
        <p:spPr bwMode="auto">
          <a:xfrm>
            <a:off x="457200" y="6356350"/>
            <a:ext cx="2133600" cy="3651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defRPr sz="1200" b="0">
                <a:solidFill>
                  <a:srgbClr val="898989"/>
                </a:solidFill>
                <a:latin typeface="+mn-lt"/>
                <a:ea typeface="+mn-ea"/>
              </a:defRPr>
            </a:lvl1pPr>
          </a:lstStyle>
          <a:p>
            <a:pPr>
              <a:defRPr/>
            </a:pPr>
            <a:fld id="{BD7AC948-E7A4-4C86-A82D-0F3E1E6FE88E}" type="datetimeFigureOut">
              <a:rPr lang="zh-CN" altLang="en-US"/>
              <a:pPr>
                <a:defRPr/>
              </a:pPr>
              <a:t>2025/7/18</a:t>
            </a:fld>
            <a:endParaRPr lang="en-US"/>
          </a:p>
        </p:txBody>
      </p:sp>
      <p:sp>
        <p:nvSpPr>
          <p:cNvPr id="1029" name="页脚占位符 4"/>
          <p:cNvSpPr>
            <a:spLocks noGrp="1" noChangeArrowheads="1"/>
          </p:cNvSpPr>
          <p:nvPr>
            <p:ph type="ftr" sz="quarter" idx="3"/>
          </p:nvPr>
        </p:nvSpPr>
        <p:spPr bwMode="auto">
          <a:xfrm>
            <a:off x="3124200" y="6356350"/>
            <a:ext cx="2895600" cy="3651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a:defRPr sz="1200" b="0">
                <a:solidFill>
                  <a:srgbClr val="898989"/>
                </a:solidFill>
                <a:latin typeface="+mn-lt"/>
                <a:ea typeface="+mn-ea"/>
              </a:defRPr>
            </a:lvl1pPr>
          </a:lstStyle>
          <a:p>
            <a:pPr>
              <a:defRPr/>
            </a:pPr>
            <a:endParaRPr lang="zh-CN" altLang="en-US"/>
          </a:p>
        </p:txBody>
      </p:sp>
      <p:sp>
        <p:nvSpPr>
          <p:cNvPr id="1030" name="灯片编号占位符 5"/>
          <p:cNvSpPr>
            <a:spLocks noGrp="1" noChangeArrowheads="1"/>
          </p:cNvSpPr>
          <p:nvPr>
            <p:ph type="sldNum" sz="quarter" idx="4"/>
          </p:nvPr>
        </p:nvSpPr>
        <p:spPr bwMode="auto">
          <a:xfrm>
            <a:off x="6553200" y="6356350"/>
            <a:ext cx="2133600" cy="3651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r">
              <a:defRPr sz="1200" b="0">
                <a:solidFill>
                  <a:srgbClr val="898989"/>
                </a:solidFill>
                <a:latin typeface="+mn-lt"/>
                <a:ea typeface="+mn-ea"/>
              </a:defRPr>
            </a:lvl1pPr>
          </a:lstStyle>
          <a:p>
            <a:pPr>
              <a:defRPr/>
            </a:pPr>
            <a:fld id="{EEFB8C78-E9D2-4770-860E-E1BEB59DE75F}" type="slidenum">
              <a:rPr lang="zh-CN" alt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txStyles>
    <p:title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charset="0"/>
        <a:buChar char="»"/>
        <a:defRPr sz="2000">
          <a:solidFill>
            <a:schemeClr val="tx1"/>
          </a:solidFill>
          <a:latin typeface="+mn-lt"/>
          <a:ea typeface="+mn-ea"/>
        </a:defRPr>
      </a:lvl5pPr>
      <a:lvl6pPr marL="2514600" indent="-228600" algn="l" rtl="0" fontAlgn="base">
        <a:spcBef>
          <a:spcPct val="20000"/>
        </a:spcBef>
        <a:spcAft>
          <a:spcPct val="0"/>
        </a:spcAft>
        <a:buFont typeface="Arial" pitchFamily="34" charset="0"/>
        <a:buChar char="»"/>
        <a:defRPr sz="2000">
          <a:solidFill>
            <a:schemeClr val="tx1"/>
          </a:solidFill>
          <a:latin typeface="+mn-lt"/>
          <a:ea typeface="+mn-ea"/>
        </a:defRPr>
      </a:lvl6pPr>
      <a:lvl7pPr marL="2971800" indent="-228600" algn="l" rtl="0" fontAlgn="base">
        <a:spcBef>
          <a:spcPct val="20000"/>
        </a:spcBef>
        <a:spcAft>
          <a:spcPct val="0"/>
        </a:spcAft>
        <a:buFont typeface="Arial" pitchFamily="34" charset="0"/>
        <a:buChar char="»"/>
        <a:defRPr sz="2000">
          <a:solidFill>
            <a:schemeClr val="tx1"/>
          </a:solidFill>
          <a:latin typeface="+mn-lt"/>
          <a:ea typeface="+mn-ea"/>
        </a:defRPr>
      </a:lvl7pPr>
      <a:lvl8pPr marL="3429000" indent="-228600" algn="l" rtl="0" fontAlgn="base">
        <a:spcBef>
          <a:spcPct val="20000"/>
        </a:spcBef>
        <a:spcAft>
          <a:spcPct val="0"/>
        </a:spcAft>
        <a:buFont typeface="Arial" pitchFamily="34" charset="0"/>
        <a:buChar char="»"/>
        <a:defRPr sz="2000">
          <a:solidFill>
            <a:schemeClr val="tx1"/>
          </a:solidFill>
          <a:latin typeface="+mn-lt"/>
          <a:ea typeface="+mn-ea"/>
        </a:defRPr>
      </a:lvl8pPr>
      <a:lvl9pPr marL="3886200" indent="-228600" algn="l" rtl="0" fontAlgn="base">
        <a:spcBef>
          <a:spcPct val="20000"/>
        </a:spcBef>
        <a:spcAft>
          <a:spcPct val="0"/>
        </a:spcAft>
        <a:buFont typeface="Arial" pitchFamily="34" charset="0"/>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23.xml"/><Relationship Id="rId3" Type="http://schemas.openxmlformats.org/officeDocument/2006/relationships/slide" Target="slide2.xml"/><Relationship Id="rId7" Type="http://schemas.openxmlformats.org/officeDocument/2006/relationships/slide" Target="slide16.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slide" Target="slide20.xml"/><Relationship Id="rId5" Type="http://schemas.openxmlformats.org/officeDocument/2006/relationships/slide" Target="slide5.xml"/><Relationship Id="rId4" Type="http://schemas.openxmlformats.org/officeDocument/2006/relationships/slide" Target="slide3.xml"/><Relationship Id="rId9"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slide" Target="slide23.xml"/><Relationship Id="rId3" Type="http://schemas.openxmlformats.org/officeDocument/2006/relationships/slide" Target="slide2.xml"/><Relationship Id="rId7" Type="http://schemas.openxmlformats.org/officeDocument/2006/relationships/slide" Target="slide16.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slide" Target="slide20.xml"/><Relationship Id="rId5" Type="http://schemas.openxmlformats.org/officeDocument/2006/relationships/slide" Target="slide5.xml"/><Relationship Id="rId4" Type="http://schemas.openxmlformats.org/officeDocument/2006/relationships/slide" Target="slide3.xml"/></Relationships>
</file>

<file path=ppt/slides/_rels/slide3.xml.rels><?xml version="1.0" encoding="UTF-8" standalone="yes"?>
<Relationships xmlns="http://schemas.openxmlformats.org/package/2006/relationships"><Relationship Id="rId8" Type="http://schemas.openxmlformats.org/officeDocument/2006/relationships/slide" Target="slide23.xml"/><Relationship Id="rId3" Type="http://schemas.openxmlformats.org/officeDocument/2006/relationships/slide" Target="slide2.xml"/><Relationship Id="rId7" Type="http://schemas.openxmlformats.org/officeDocument/2006/relationships/slide" Target="slide16.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slide" Target="slide20.xml"/><Relationship Id="rId5" Type="http://schemas.openxmlformats.org/officeDocument/2006/relationships/slide" Target="slide5.xml"/><Relationship Id="rId4" Type="http://schemas.openxmlformats.org/officeDocument/2006/relationships/slide" Target="slide3.xml"/></Relationships>
</file>

<file path=ppt/slides/_rels/slide4.xml.rels><?xml version="1.0" encoding="UTF-8" standalone="yes"?>
<Relationships xmlns="http://schemas.openxmlformats.org/package/2006/relationships"><Relationship Id="rId8" Type="http://schemas.openxmlformats.org/officeDocument/2006/relationships/slide" Target="slide23.xml"/><Relationship Id="rId3" Type="http://schemas.openxmlformats.org/officeDocument/2006/relationships/slide" Target="slide2.xml"/><Relationship Id="rId7" Type="http://schemas.openxmlformats.org/officeDocument/2006/relationships/slide" Target="slide16.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slide" Target="slide20.xml"/><Relationship Id="rId5" Type="http://schemas.openxmlformats.org/officeDocument/2006/relationships/slide" Target="slide5.xml"/><Relationship Id="rId4" Type="http://schemas.openxmlformats.org/officeDocument/2006/relationships/slide" Target="slide3.xml"/><Relationship Id="rId9" Type="http://schemas.openxmlformats.org/officeDocument/2006/relationships/image" Target="../media/image3.jpeg"/></Relationships>
</file>

<file path=ppt/slides/_rels/slide5.xml.rels><?xml version="1.0" encoding="UTF-8" standalone="yes"?>
<Relationships xmlns="http://schemas.openxmlformats.org/package/2006/relationships"><Relationship Id="rId8" Type="http://schemas.openxmlformats.org/officeDocument/2006/relationships/slide" Target="slide23.xml"/><Relationship Id="rId3" Type="http://schemas.openxmlformats.org/officeDocument/2006/relationships/slide" Target="slide2.xml"/><Relationship Id="rId7" Type="http://schemas.openxmlformats.org/officeDocument/2006/relationships/slide" Target="slide16.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slide" Target="slide20.xml"/><Relationship Id="rId5" Type="http://schemas.openxmlformats.org/officeDocument/2006/relationships/slide" Target="slide5.xml"/><Relationship Id="rId4" Type="http://schemas.openxmlformats.org/officeDocument/2006/relationships/slide" Target="slide3.xml"/></Relationships>
</file>

<file path=ppt/slides/_rels/slide6.xml.rels><?xml version="1.0" encoding="UTF-8" standalone="yes"?>
<Relationships xmlns="http://schemas.openxmlformats.org/package/2006/relationships"><Relationship Id="rId8" Type="http://schemas.openxmlformats.org/officeDocument/2006/relationships/slide" Target="slide23.xml"/><Relationship Id="rId3" Type="http://schemas.openxmlformats.org/officeDocument/2006/relationships/slide" Target="slide2.xml"/><Relationship Id="rId7" Type="http://schemas.openxmlformats.org/officeDocument/2006/relationships/slide" Target="slide16.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slide" Target="slide20.xml"/><Relationship Id="rId5" Type="http://schemas.openxmlformats.org/officeDocument/2006/relationships/slide" Target="slide5.xml"/><Relationship Id="rId4" Type="http://schemas.openxmlformats.org/officeDocument/2006/relationships/slide" Target="slide3.xml"/><Relationship Id="rId9" Type="http://schemas.openxmlformats.org/officeDocument/2006/relationships/image" Target="../media/image3.jpeg"/></Relationships>
</file>

<file path=ppt/slides/_rels/slide7.xml.rels><?xml version="1.0" encoding="UTF-8" standalone="yes"?>
<Relationships xmlns="http://schemas.openxmlformats.org/package/2006/relationships"><Relationship Id="rId8" Type="http://schemas.openxmlformats.org/officeDocument/2006/relationships/slide" Target="slide23.xml"/><Relationship Id="rId3" Type="http://schemas.openxmlformats.org/officeDocument/2006/relationships/slide" Target="slide2.xml"/><Relationship Id="rId7" Type="http://schemas.openxmlformats.org/officeDocument/2006/relationships/slide" Target="slide16.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slide" Target="slide20.xml"/><Relationship Id="rId5" Type="http://schemas.openxmlformats.org/officeDocument/2006/relationships/slide" Target="slide5.xml"/><Relationship Id="rId10" Type="http://schemas.openxmlformats.org/officeDocument/2006/relationships/image" Target="../media/image4.png"/><Relationship Id="rId4" Type="http://schemas.openxmlformats.org/officeDocument/2006/relationships/slide" Target="slide3.xml"/><Relationship Id="rId9"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slide" Target="slide3.xml"/><Relationship Id="rId7" Type="http://schemas.openxmlformats.org/officeDocument/2006/relationships/slide" Target="slide23.xml"/><Relationship Id="rId2" Type="http://schemas.openxmlformats.org/officeDocument/2006/relationships/slide" Target="slide2.xml"/><Relationship Id="rId1" Type="http://schemas.openxmlformats.org/officeDocument/2006/relationships/slideLayout" Target="../slideLayouts/slideLayout7.xml"/><Relationship Id="rId6" Type="http://schemas.openxmlformats.org/officeDocument/2006/relationships/slide" Target="slide16.xml"/><Relationship Id="rId5" Type="http://schemas.openxmlformats.org/officeDocument/2006/relationships/slide" Target="slide8.xml"/><Relationship Id="rId4" Type="http://schemas.openxmlformats.org/officeDocument/2006/relationships/slide" Target="slide5.xml"/></Relationships>
</file>

<file path=ppt/slides/_rels/slide9.xml.rels><?xml version="1.0" encoding="UTF-8" standalone="yes"?>
<Relationships xmlns="http://schemas.openxmlformats.org/package/2006/relationships"><Relationship Id="rId3" Type="http://schemas.openxmlformats.org/officeDocument/2006/relationships/slide" Target="slide3.xml"/><Relationship Id="rId7" Type="http://schemas.openxmlformats.org/officeDocument/2006/relationships/slide" Target="slide23.xml"/><Relationship Id="rId2" Type="http://schemas.openxmlformats.org/officeDocument/2006/relationships/slide" Target="slide2.xml"/><Relationship Id="rId1" Type="http://schemas.openxmlformats.org/officeDocument/2006/relationships/slideLayout" Target="../slideLayouts/slideLayout7.xml"/><Relationship Id="rId6" Type="http://schemas.openxmlformats.org/officeDocument/2006/relationships/slide" Target="slide16.xml"/><Relationship Id="rId5" Type="http://schemas.openxmlformats.org/officeDocument/2006/relationships/slide" Target="slide8.xml"/><Relationship Id="rId4" Type="http://schemas.openxmlformats.org/officeDocument/2006/relationships/slide" Target="slide5.xml"/></Relationships>
</file>

<file path=ppt/slides/_rels/slide10.xml.rels><?xml version="1.0" encoding="UTF-8" standalone="yes"?>
<Relationships xmlns="http://schemas.openxmlformats.org/package/2006/relationships"><Relationship Id="rId8" Type="http://schemas.openxmlformats.org/officeDocument/2006/relationships/slide" Target="slide23.xml"/><Relationship Id="rId3" Type="http://schemas.openxmlformats.org/officeDocument/2006/relationships/slide" Target="slide2.xml"/><Relationship Id="rId7" Type="http://schemas.openxmlformats.org/officeDocument/2006/relationships/slide" Target="slide16.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slide" Target="slide20.xml"/><Relationship Id="rId5" Type="http://schemas.openxmlformats.org/officeDocument/2006/relationships/slide" Target="slide5.xml"/><Relationship Id="rId4" Type="http://schemas.openxmlformats.org/officeDocument/2006/relationships/slide" Target="slide3.xml"/><Relationship Id="rId9" Type="http://schemas.openxmlformats.org/officeDocument/2006/relationships/image" Target="../media/image5.jpeg"/></Relationships>
</file>

<file path=ppt/slides/_rels/slide11.xml.rels><?xml version="1.0" encoding="UTF-8" standalone="yes"?>
<Relationships xmlns="http://schemas.openxmlformats.org/package/2006/relationships"><Relationship Id="rId3" Type="http://schemas.openxmlformats.org/officeDocument/2006/relationships/slide" Target="slide3.xml"/><Relationship Id="rId7" Type="http://schemas.openxmlformats.org/officeDocument/2006/relationships/slide" Target="slide23.xml"/><Relationship Id="rId2" Type="http://schemas.openxmlformats.org/officeDocument/2006/relationships/slide" Target="slide2.xml"/><Relationship Id="rId1" Type="http://schemas.openxmlformats.org/officeDocument/2006/relationships/slideLayout" Target="../slideLayouts/slideLayout7.xml"/><Relationship Id="rId6" Type="http://schemas.openxmlformats.org/officeDocument/2006/relationships/slide" Target="slide16.xml"/><Relationship Id="rId5" Type="http://schemas.openxmlformats.org/officeDocument/2006/relationships/slide" Target="slide8.xml"/><Relationship Id="rId4" Type="http://schemas.openxmlformats.org/officeDocument/2006/relationships/slide" Target="slide5.xml"/></Relationships>
</file>

<file path=ppt/slides/_rels/slide12.xml.rels><?xml version="1.0" encoding="UTF-8" standalone="yes"?>
<Relationships xmlns="http://schemas.openxmlformats.org/package/2006/relationships"><Relationship Id="rId8" Type="http://schemas.openxmlformats.org/officeDocument/2006/relationships/slide" Target="slide23.xml"/><Relationship Id="rId3" Type="http://schemas.openxmlformats.org/officeDocument/2006/relationships/slide" Target="slide2.xml"/><Relationship Id="rId7" Type="http://schemas.openxmlformats.org/officeDocument/2006/relationships/slide" Target="slide16.xml"/><Relationship Id="rId12" Type="http://schemas.openxmlformats.org/officeDocument/2006/relationships/image" Target="../media/image7.wmf"/><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slide" Target="slide20.xml"/><Relationship Id="rId11" Type="http://schemas.openxmlformats.org/officeDocument/2006/relationships/oleObject" Target="../embeddings/oleObject2.bin"/><Relationship Id="rId5" Type="http://schemas.openxmlformats.org/officeDocument/2006/relationships/slide" Target="slide5.xml"/><Relationship Id="rId10" Type="http://schemas.openxmlformats.org/officeDocument/2006/relationships/image" Target="../media/image6.wmf"/><Relationship Id="rId4" Type="http://schemas.openxmlformats.org/officeDocument/2006/relationships/slide" Target="slide3.xml"/><Relationship Id="rId9"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slide" Target="slide13.xml"/><Relationship Id="rId7" Type="http://schemas.openxmlformats.org/officeDocument/2006/relationships/image" Target="../media/image9.wmf"/><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oleObject" Target="../embeddings/oleObject4.bin"/><Relationship Id="rId5" Type="http://schemas.openxmlformats.org/officeDocument/2006/relationships/image" Target="../media/image8.wmf"/><Relationship Id="rId10" Type="http://schemas.openxmlformats.org/officeDocument/2006/relationships/image" Target="../media/image11.png"/><Relationship Id="rId4" Type="http://schemas.openxmlformats.org/officeDocument/2006/relationships/oleObject" Target="../embeddings/oleObject3.bin"/><Relationship Id="rId9" Type="http://schemas.openxmlformats.org/officeDocument/2006/relationships/image" Target="../media/image10.wmf"/></Relationships>
</file>

<file path=ppt/slides/_rels/slide14.xml.rels><?xml version="1.0" encoding="UTF-8" standalone="yes"?>
<Relationships xmlns="http://schemas.openxmlformats.org/package/2006/relationships"><Relationship Id="rId3" Type="http://schemas.openxmlformats.org/officeDocument/2006/relationships/slide" Target="slide3.xml"/><Relationship Id="rId7" Type="http://schemas.openxmlformats.org/officeDocument/2006/relationships/slide" Target="slide23.xml"/><Relationship Id="rId2" Type="http://schemas.openxmlformats.org/officeDocument/2006/relationships/slide" Target="slide2.xml"/><Relationship Id="rId1" Type="http://schemas.openxmlformats.org/officeDocument/2006/relationships/slideLayout" Target="../slideLayouts/slideLayout7.xml"/><Relationship Id="rId6" Type="http://schemas.openxmlformats.org/officeDocument/2006/relationships/slide" Target="slide16.xml"/><Relationship Id="rId5" Type="http://schemas.openxmlformats.org/officeDocument/2006/relationships/slide" Target="slide8.xml"/><Relationship Id="rId4" Type="http://schemas.openxmlformats.org/officeDocument/2006/relationships/slide" Target="slide5.xml"/></Relationships>
</file>

<file path=ppt/slides/_rels/slide15.xml.rels><?xml version="1.0" encoding="UTF-8" standalone="yes"?>
<Relationships xmlns="http://schemas.openxmlformats.org/package/2006/relationships"><Relationship Id="rId3" Type="http://schemas.openxmlformats.org/officeDocument/2006/relationships/slide" Target="slide3.xml"/><Relationship Id="rId7" Type="http://schemas.openxmlformats.org/officeDocument/2006/relationships/slide" Target="slide23.xml"/><Relationship Id="rId2" Type="http://schemas.openxmlformats.org/officeDocument/2006/relationships/slide" Target="slide2.xml"/><Relationship Id="rId1" Type="http://schemas.openxmlformats.org/officeDocument/2006/relationships/slideLayout" Target="../slideLayouts/slideLayout7.xml"/><Relationship Id="rId6" Type="http://schemas.openxmlformats.org/officeDocument/2006/relationships/slide" Target="slide16.xml"/><Relationship Id="rId5" Type="http://schemas.openxmlformats.org/officeDocument/2006/relationships/slide" Target="slide8.xml"/><Relationship Id="rId4" Type="http://schemas.openxmlformats.org/officeDocument/2006/relationships/slide" Target="slide5.xml"/></Relationships>
</file>

<file path=ppt/slides/_rels/slide16.xml.rels><?xml version="1.0" encoding="UTF-8" standalone="yes"?>
<Relationships xmlns="http://schemas.openxmlformats.org/package/2006/relationships"><Relationship Id="rId8" Type="http://schemas.openxmlformats.org/officeDocument/2006/relationships/slide" Target="slide23.xml"/><Relationship Id="rId3" Type="http://schemas.openxmlformats.org/officeDocument/2006/relationships/slide" Target="slide2.xml"/><Relationship Id="rId7" Type="http://schemas.openxmlformats.org/officeDocument/2006/relationships/slide" Target="slide16.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slide" Target="slide20.xml"/><Relationship Id="rId5" Type="http://schemas.openxmlformats.org/officeDocument/2006/relationships/slide" Target="slide5.xml"/><Relationship Id="rId10" Type="http://schemas.openxmlformats.org/officeDocument/2006/relationships/image" Target="../media/image6.wmf"/><Relationship Id="rId4" Type="http://schemas.openxmlformats.org/officeDocument/2006/relationships/slide" Target="slide3.xml"/><Relationship Id="rId9" Type="http://schemas.openxmlformats.org/officeDocument/2006/relationships/oleObject" Target="../embeddings/oleObject6.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slide" Target="slide17.xml"/><Relationship Id="rId7" Type="http://schemas.openxmlformats.org/officeDocument/2006/relationships/image" Target="../media/image13.wmf"/><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oleObject" Target="../embeddings/oleObject8.bin"/><Relationship Id="rId5" Type="http://schemas.openxmlformats.org/officeDocument/2006/relationships/image" Target="../media/image12.wmf"/><Relationship Id="rId10" Type="http://schemas.openxmlformats.org/officeDocument/2006/relationships/image" Target="../media/image15.jpeg"/><Relationship Id="rId4" Type="http://schemas.openxmlformats.org/officeDocument/2006/relationships/oleObject" Target="../embeddings/oleObject7.bin"/><Relationship Id="rId9" Type="http://schemas.openxmlformats.org/officeDocument/2006/relationships/image" Target="../media/image14.wmf"/></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slide" Target="slide23.xml"/><Relationship Id="rId3" Type="http://schemas.openxmlformats.org/officeDocument/2006/relationships/slide" Target="slide2.xml"/><Relationship Id="rId7" Type="http://schemas.openxmlformats.org/officeDocument/2006/relationships/slide" Target="slide16.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slide" Target="slide20.xml"/><Relationship Id="rId5" Type="http://schemas.openxmlformats.org/officeDocument/2006/relationships/slide" Target="slide5.xml"/><Relationship Id="rId4" Type="http://schemas.openxmlformats.org/officeDocument/2006/relationships/slide" Target="slide3.xml"/></Relationships>
</file>

<file path=ppt/slides/_rels/slide21.xml.rels><?xml version="1.0" encoding="UTF-8" standalone="yes"?>
<Relationships xmlns="http://schemas.openxmlformats.org/package/2006/relationships"><Relationship Id="rId8" Type="http://schemas.openxmlformats.org/officeDocument/2006/relationships/slide" Target="slide16.xml"/><Relationship Id="rId3" Type="http://schemas.openxmlformats.org/officeDocument/2006/relationships/image" Target="../media/image1.jpeg"/><Relationship Id="rId7" Type="http://schemas.openxmlformats.org/officeDocument/2006/relationships/slide" Target="slide20.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slide" Target="slide5.xml"/><Relationship Id="rId5" Type="http://schemas.openxmlformats.org/officeDocument/2006/relationships/slide" Target="slide3.xml"/><Relationship Id="rId4" Type="http://schemas.openxmlformats.org/officeDocument/2006/relationships/slide" Target="slide2.xml"/><Relationship Id="rId9" Type="http://schemas.openxmlformats.org/officeDocument/2006/relationships/slide" Target="slide23.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60.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slide" Target="slide22.xml"/></Relationships>
</file>

<file path=ppt/slides/_rels/slide23.xml.rels><?xml version="1.0" encoding="UTF-8" standalone="yes"?>
<Relationships xmlns="http://schemas.openxmlformats.org/package/2006/relationships"><Relationship Id="rId8" Type="http://schemas.openxmlformats.org/officeDocument/2006/relationships/slide" Target="slide23.xml"/><Relationship Id="rId3" Type="http://schemas.openxmlformats.org/officeDocument/2006/relationships/slide" Target="slide2.xml"/><Relationship Id="rId7" Type="http://schemas.openxmlformats.org/officeDocument/2006/relationships/slide" Target="slide16.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slide" Target="slide20.xml"/><Relationship Id="rId5" Type="http://schemas.openxmlformats.org/officeDocument/2006/relationships/slide" Target="slide5.xml"/><Relationship Id="rId4" Type="http://schemas.openxmlformats.org/officeDocument/2006/relationships/slide" Target="slide3.xml"/></Relationships>
</file>

<file path=ppt/slides/_rels/slide24.xml.rels><?xml version="1.0" encoding="UTF-8" standalone="yes"?>
<Relationships xmlns="http://schemas.openxmlformats.org/package/2006/relationships"><Relationship Id="rId8" Type="http://schemas.openxmlformats.org/officeDocument/2006/relationships/slide" Target="slide23.xml"/><Relationship Id="rId3" Type="http://schemas.openxmlformats.org/officeDocument/2006/relationships/slide" Target="slide2.xml"/><Relationship Id="rId7" Type="http://schemas.openxmlformats.org/officeDocument/2006/relationships/slide" Target="slide16.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slide" Target="slide20.xml"/><Relationship Id="rId5" Type="http://schemas.openxmlformats.org/officeDocument/2006/relationships/slide" Target="slide5.xml"/><Relationship Id="rId4" Type="http://schemas.openxmlformats.org/officeDocument/2006/relationships/slide" Target="slide3.xml"/></Relationships>
</file>

<file path=ppt/slides/_rels/slide25.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31" descr="tool"/>
          <p:cNvPicPr>
            <a:picLocks noChangeAspect="1" noChangeArrowheads="1"/>
          </p:cNvPicPr>
          <p:nvPr/>
        </p:nvPicPr>
        <p:blipFill>
          <a:blip r:embed="rId2">
            <a:extLst>
              <a:ext uri="{28A0092B-C50C-407E-A947-70E740481C1C}">
                <a14:useLocalDpi xmlns:a14="http://schemas.microsoft.com/office/drawing/2010/main" val="0"/>
              </a:ext>
            </a:extLst>
          </a:blip>
          <a:srcRect t="11871" b="7123"/>
          <a:stretch>
            <a:fillRect/>
          </a:stretch>
        </p:blipFill>
        <p:spPr bwMode="auto">
          <a:xfrm>
            <a:off x="0" y="0"/>
            <a:ext cx="914400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Rectangle 32">
            <a:hlinkClick r:id="rId3" action="ppaction://hlinksldjump"/>
          </p:cNvPr>
          <p:cNvSpPr>
            <a:spLocks noChangeArrowheads="1"/>
          </p:cNvSpPr>
          <p:nvPr/>
        </p:nvSpPr>
        <p:spPr bwMode="auto">
          <a:xfrm>
            <a:off x="1144588" y="100013"/>
            <a:ext cx="1009650" cy="157162"/>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2052" name="Rectangle 33">
            <a:hlinkClick r:id="rId4" action="ppaction://hlinksldjump"/>
          </p:cNvPr>
          <p:cNvSpPr>
            <a:spLocks noChangeArrowheads="1"/>
          </p:cNvSpPr>
          <p:nvPr/>
        </p:nvSpPr>
        <p:spPr bwMode="auto">
          <a:xfrm>
            <a:off x="231140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2053" name="Rectangle 34">
            <a:hlinkClick r:id="rId5" action="ppaction://hlinksldjump"/>
          </p:cNvPr>
          <p:cNvSpPr>
            <a:spLocks noChangeArrowheads="1"/>
          </p:cNvSpPr>
          <p:nvPr/>
        </p:nvSpPr>
        <p:spPr bwMode="auto">
          <a:xfrm>
            <a:off x="3476625"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2054" name="Rectangle 35">
            <a:hlinkClick r:id="rId6" action="ppaction://hlinksldjump"/>
          </p:cNvPr>
          <p:cNvSpPr>
            <a:spLocks noChangeArrowheads="1"/>
          </p:cNvSpPr>
          <p:nvPr/>
        </p:nvSpPr>
        <p:spPr bwMode="auto">
          <a:xfrm>
            <a:off x="462915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2055" name="Rectangle 36">
            <a:hlinkClick r:id="rId7" action="ppaction://hlinksldjump"/>
          </p:cNvPr>
          <p:cNvSpPr>
            <a:spLocks noChangeArrowheads="1"/>
          </p:cNvSpPr>
          <p:nvPr/>
        </p:nvSpPr>
        <p:spPr bwMode="auto">
          <a:xfrm>
            <a:off x="5834063" y="92075"/>
            <a:ext cx="1009650" cy="193675"/>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2056" name="Rectangle 37">
            <a:hlinkClick r:id="rId8" action="ppaction://hlinksldjump"/>
          </p:cNvPr>
          <p:cNvSpPr>
            <a:spLocks noChangeArrowheads="1"/>
          </p:cNvSpPr>
          <p:nvPr/>
        </p:nvSpPr>
        <p:spPr bwMode="auto">
          <a:xfrm>
            <a:off x="6977063"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pic>
        <p:nvPicPr>
          <p:cNvPr id="2059" name="Picture 11" descr="1614919_104230064_2"/>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l="51677" t="64920" r="9196"/>
          <a:stretch>
            <a:fillRect/>
          </a:stretch>
        </p:blipFill>
        <p:spPr bwMode="auto">
          <a:xfrm>
            <a:off x="468313" y="4221163"/>
            <a:ext cx="1800225"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0" name="Picture 12" descr="1614919_104230064_2"/>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r="66780" b="57085"/>
          <a:stretch>
            <a:fillRect/>
          </a:stretch>
        </p:blipFill>
        <p:spPr bwMode="auto">
          <a:xfrm>
            <a:off x="2268538" y="5229225"/>
            <a:ext cx="1692275"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1" name="Picture 13" descr="1614919_104230064_2"/>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l="74561" b="47186"/>
          <a:stretch>
            <a:fillRect/>
          </a:stretch>
        </p:blipFill>
        <p:spPr bwMode="auto">
          <a:xfrm>
            <a:off x="5553075" y="4508500"/>
            <a:ext cx="1323975"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2" name="Picture 14" descr="1614919_104230064_2"/>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l="39877" r="36507" b="42795"/>
          <a:stretch>
            <a:fillRect/>
          </a:stretch>
        </p:blipFill>
        <p:spPr bwMode="auto">
          <a:xfrm>
            <a:off x="4184650" y="4149725"/>
            <a:ext cx="110807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3" name="Picture 15" descr="1614919_104230064_2"/>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l="21419" t="46216" r="54965"/>
          <a:stretch>
            <a:fillRect/>
          </a:stretch>
        </p:blipFill>
        <p:spPr bwMode="auto">
          <a:xfrm>
            <a:off x="7213600" y="3789363"/>
            <a:ext cx="1319213"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 Box 9"/>
          <p:cNvSpPr txBox="1">
            <a:spLocks noChangeArrowheads="1"/>
          </p:cNvSpPr>
          <p:nvPr/>
        </p:nvSpPr>
        <p:spPr bwMode="auto">
          <a:xfrm>
            <a:off x="827088" y="836712"/>
            <a:ext cx="7561262"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1"/>
                </a:solidFill>
                <a:latin typeface="黑体" pitchFamily="2" charset="-122"/>
                <a:ea typeface="黑体" pitchFamily="2" charset="-122"/>
              </a:defRPr>
            </a:lvl1pPr>
            <a:lvl2pPr marL="742950" indent="-285750" eaLnBrk="0" hangingPunct="0">
              <a:defRPr sz="3200" b="1">
                <a:solidFill>
                  <a:schemeClr val="tx1"/>
                </a:solidFill>
                <a:latin typeface="黑体" pitchFamily="2" charset="-122"/>
                <a:ea typeface="黑体" pitchFamily="2" charset="-122"/>
              </a:defRPr>
            </a:lvl2pPr>
            <a:lvl3pPr marL="1143000" indent="-228600" eaLnBrk="0" hangingPunct="0">
              <a:defRPr sz="3200" b="1">
                <a:solidFill>
                  <a:schemeClr val="tx1"/>
                </a:solidFill>
                <a:latin typeface="黑体" pitchFamily="2" charset="-122"/>
                <a:ea typeface="黑体" pitchFamily="2" charset="-122"/>
              </a:defRPr>
            </a:lvl3pPr>
            <a:lvl4pPr marL="1600200" indent="-228600" eaLnBrk="0" hangingPunct="0">
              <a:defRPr sz="3200" b="1">
                <a:solidFill>
                  <a:schemeClr val="tx1"/>
                </a:solidFill>
                <a:latin typeface="黑体" pitchFamily="2" charset="-122"/>
                <a:ea typeface="黑体" pitchFamily="2" charset="-122"/>
              </a:defRPr>
            </a:lvl4pPr>
            <a:lvl5pPr marL="2057400" indent="-228600" eaLnBrk="0" hangingPunct="0">
              <a:defRPr sz="3200" b="1">
                <a:solidFill>
                  <a:schemeClr val="tx1"/>
                </a:solidFill>
                <a:latin typeface="黑体" pitchFamily="2" charset="-122"/>
                <a:ea typeface="黑体" pitchFamily="2" charset="-122"/>
              </a:defRPr>
            </a:lvl5pPr>
            <a:lvl6pPr marL="2514600" indent="-228600" eaLnBrk="0" fontAlgn="base" hangingPunct="0">
              <a:spcBef>
                <a:spcPct val="0"/>
              </a:spcBef>
              <a:spcAft>
                <a:spcPct val="0"/>
              </a:spcAft>
              <a:defRPr sz="3200" b="1">
                <a:solidFill>
                  <a:schemeClr val="tx1"/>
                </a:solidFill>
                <a:latin typeface="黑体" pitchFamily="2" charset="-122"/>
                <a:ea typeface="黑体" pitchFamily="2" charset="-122"/>
              </a:defRPr>
            </a:lvl6pPr>
            <a:lvl7pPr marL="2971800" indent="-228600" eaLnBrk="0" fontAlgn="base" hangingPunct="0">
              <a:spcBef>
                <a:spcPct val="0"/>
              </a:spcBef>
              <a:spcAft>
                <a:spcPct val="0"/>
              </a:spcAft>
              <a:defRPr sz="3200" b="1">
                <a:solidFill>
                  <a:schemeClr val="tx1"/>
                </a:solidFill>
                <a:latin typeface="黑体" pitchFamily="2" charset="-122"/>
                <a:ea typeface="黑体" pitchFamily="2" charset="-122"/>
              </a:defRPr>
            </a:lvl7pPr>
            <a:lvl8pPr marL="3429000" indent="-228600" eaLnBrk="0" fontAlgn="base" hangingPunct="0">
              <a:spcBef>
                <a:spcPct val="0"/>
              </a:spcBef>
              <a:spcAft>
                <a:spcPct val="0"/>
              </a:spcAft>
              <a:defRPr sz="3200" b="1">
                <a:solidFill>
                  <a:schemeClr val="tx1"/>
                </a:solidFill>
                <a:latin typeface="黑体" pitchFamily="2" charset="-122"/>
                <a:ea typeface="黑体" pitchFamily="2" charset="-122"/>
              </a:defRPr>
            </a:lvl8pPr>
            <a:lvl9pPr marL="3886200" indent="-228600" eaLnBrk="0" fontAlgn="base" hangingPunct="0">
              <a:spcBef>
                <a:spcPct val="0"/>
              </a:spcBef>
              <a:spcAft>
                <a:spcPct val="0"/>
              </a:spcAft>
              <a:defRPr sz="3200" b="1">
                <a:solidFill>
                  <a:schemeClr val="tx1"/>
                </a:solidFill>
                <a:latin typeface="黑体" pitchFamily="2" charset="-122"/>
                <a:ea typeface="黑体" pitchFamily="2" charset="-122"/>
              </a:defRPr>
            </a:lvl9pPr>
          </a:lstStyle>
          <a:p>
            <a:pPr algn="ctr" eaLnBrk="1" hangingPunct="1">
              <a:spcBef>
                <a:spcPct val="50000"/>
              </a:spcBef>
            </a:pPr>
            <a:r>
              <a:rPr lang="zh-CN" altLang="en-US" sz="4800" dirty="0">
                <a:solidFill>
                  <a:srgbClr val="FF0000"/>
                </a:solidFill>
              </a:rPr>
              <a:t>初三下册</a:t>
            </a:r>
            <a:endParaRPr lang="en-US" altLang="zh-CN" sz="4800" dirty="0">
              <a:solidFill>
                <a:srgbClr val="FF0000"/>
              </a:solidFill>
            </a:endParaRPr>
          </a:p>
          <a:p>
            <a:pPr algn="ctr" eaLnBrk="1" hangingPunct="1">
              <a:spcBef>
                <a:spcPct val="50000"/>
              </a:spcBef>
            </a:pPr>
            <a:r>
              <a:rPr lang="zh-CN" altLang="en-US" sz="4800" dirty="0">
                <a:solidFill>
                  <a:srgbClr val="FF0000"/>
                </a:solidFill>
              </a:rPr>
              <a:t>第</a:t>
            </a:r>
            <a:r>
              <a:rPr lang="en-US" altLang="zh-CN" sz="4800" dirty="0">
                <a:solidFill>
                  <a:srgbClr val="FF0000"/>
                </a:solidFill>
              </a:rPr>
              <a:t>7</a:t>
            </a:r>
            <a:r>
              <a:rPr lang="zh-CN" altLang="en-US" sz="4800" dirty="0">
                <a:solidFill>
                  <a:srgbClr val="FF0000"/>
                </a:solidFill>
              </a:rPr>
              <a:t>章 电的应用</a:t>
            </a:r>
          </a:p>
        </p:txBody>
      </p:sp>
      <p:sp>
        <p:nvSpPr>
          <p:cNvPr id="19" name="Text Box 10"/>
          <p:cNvSpPr txBox="1">
            <a:spLocks noChangeArrowheads="1"/>
          </p:cNvSpPr>
          <p:nvPr/>
        </p:nvSpPr>
        <p:spPr bwMode="auto">
          <a:xfrm>
            <a:off x="1785918" y="3027040"/>
            <a:ext cx="59055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1"/>
                </a:solidFill>
                <a:latin typeface="黑体" pitchFamily="2" charset="-122"/>
                <a:ea typeface="黑体" pitchFamily="2" charset="-122"/>
              </a:defRPr>
            </a:lvl1pPr>
            <a:lvl2pPr marL="742950" indent="-285750" eaLnBrk="0" hangingPunct="0">
              <a:defRPr sz="3200" b="1">
                <a:solidFill>
                  <a:schemeClr val="tx1"/>
                </a:solidFill>
                <a:latin typeface="黑体" pitchFamily="2" charset="-122"/>
                <a:ea typeface="黑体" pitchFamily="2" charset="-122"/>
              </a:defRPr>
            </a:lvl2pPr>
            <a:lvl3pPr marL="1143000" indent="-228600" eaLnBrk="0" hangingPunct="0">
              <a:defRPr sz="3200" b="1">
                <a:solidFill>
                  <a:schemeClr val="tx1"/>
                </a:solidFill>
                <a:latin typeface="黑体" pitchFamily="2" charset="-122"/>
                <a:ea typeface="黑体" pitchFamily="2" charset="-122"/>
              </a:defRPr>
            </a:lvl3pPr>
            <a:lvl4pPr marL="1600200" indent="-228600" eaLnBrk="0" hangingPunct="0">
              <a:defRPr sz="3200" b="1">
                <a:solidFill>
                  <a:schemeClr val="tx1"/>
                </a:solidFill>
                <a:latin typeface="黑体" pitchFamily="2" charset="-122"/>
                <a:ea typeface="黑体" pitchFamily="2" charset="-122"/>
              </a:defRPr>
            </a:lvl4pPr>
            <a:lvl5pPr marL="2057400" indent="-228600" eaLnBrk="0" hangingPunct="0">
              <a:defRPr sz="3200" b="1">
                <a:solidFill>
                  <a:schemeClr val="tx1"/>
                </a:solidFill>
                <a:latin typeface="黑体" pitchFamily="2" charset="-122"/>
                <a:ea typeface="黑体" pitchFamily="2" charset="-122"/>
              </a:defRPr>
            </a:lvl5pPr>
            <a:lvl6pPr marL="2514600" indent="-228600" eaLnBrk="0" fontAlgn="base" hangingPunct="0">
              <a:spcBef>
                <a:spcPct val="0"/>
              </a:spcBef>
              <a:spcAft>
                <a:spcPct val="0"/>
              </a:spcAft>
              <a:defRPr sz="3200" b="1">
                <a:solidFill>
                  <a:schemeClr val="tx1"/>
                </a:solidFill>
                <a:latin typeface="黑体" pitchFamily="2" charset="-122"/>
                <a:ea typeface="黑体" pitchFamily="2" charset="-122"/>
              </a:defRPr>
            </a:lvl6pPr>
            <a:lvl7pPr marL="2971800" indent="-228600" eaLnBrk="0" fontAlgn="base" hangingPunct="0">
              <a:spcBef>
                <a:spcPct val="0"/>
              </a:spcBef>
              <a:spcAft>
                <a:spcPct val="0"/>
              </a:spcAft>
              <a:defRPr sz="3200" b="1">
                <a:solidFill>
                  <a:schemeClr val="tx1"/>
                </a:solidFill>
                <a:latin typeface="黑体" pitchFamily="2" charset="-122"/>
                <a:ea typeface="黑体" pitchFamily="2" charset="-122"/>
              </a:defRPr>
            </a:lvl7pPr>
            <a:lvl8pPr marL="3429000" indent="-228600" eaLnBrk="0" fontAlgn="base" hangingPunct="0">
              <a:spcBef>
                <a:spcPct val="0"/>
              </a:spcBef>
              <a:spcAft>
                <a:spcPct val="0"/>
              </a:spcAft>
              <a:defRPr sz="3200" b="1">
                <a:solidFill>
                  <a:schemeClr val="tx1"/>
                </a:solidFill>
                <a:latin typeface="黑体" pitchFamily="2" charset="-122"/>
                <a:ea typeface="黑体" pitchFamily="2" charset="-122"/>
              </a:defRPr>
            </a:lvl8pPr>
            <a:lvl9pPr marL="3886200" indent="-228600" eaLnBrk="0" fontAlgn="base" hangingPunct="0">
              <a:spcBef>
                <a:spcPct val="0"/>
              </a:spcBef>
              <a:spcAft>
                <a:spcPct val="0"/>
              </a:spcAft>
              <a:defRPr sz="3200" b="1">
                <a:solidFill>
                  <a:schemeClr val="tx1"/>
                </a:solidFill>
                <a:latin typeface="黑体" pitchFamily="2" charset="-122"/>
                <a:ea typeface="黑体" pitchFamily="2" charset="-122"/>
              </a:defRPr>
            </a:lvl9pPr>
          </a:lstStyle>
          <a:p>
            <a:pPr algn="ctr" eaLnBrk="1" hangingPunct="1">
              <a:spcBef>
                <a:spcPct val="50000"/>
              </a:spcBef>
            </a:pPr>
            <a:r>
              <a:rPr lang="en-US" altLang="zh-CN" sz="4400" dirty="0"/>
              <a:t>7</a:t>
            </a:r>
            <a:r>
              <a:rPr lang="zh-CN" altLang="zh-CN" sz="4400" dirty="0"/>
              <a:t>.</a:t>
            </a:r>
            <a:r>
              <a:rPr lang="en-US" altLang="zh-CN" sz="4400" dirty="0"/>
              <a:t>2 </a:t>
            </a:r>
            <a:r>
              <a:rPr lang="zh-CN" altLang="en-US" sz="4400" dirty="0"/>
              <a:t>并联</a:t>
            </a:r>
            <a:r>
              <a:rPr lang="zh-CN" sz="4400" dirty="0"/>
              <a:t>电</a:t>
            </a:r>
            <a:r>
              <a:rPr lang="zh-CN" altLang="en-US" sz="4400" dirty="0"/>
              <a:t>路</a:t>
            </a:r>
            <a:endParaRPr lang="zh-CN" sz="44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611188" y="14843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altLang="zh-CN" sz="4000">
                <a:solidFill>
                  <a:schemeClr val="tx2"/>
                </a:solidFill>
                <a:latin typeface="Calibri" pitchFamily="34" charset="0"/>
              </a:rPr>
              <a:t>【</a:t>
            </a:r>
            <a:r>
              <a:rPr lang="zh-CN" altLang="en-US" sz="4000">
                <a:solidFill>
                  <a:schemeClr val="tx2"/>
                </a:solidFill>
                <a:latin typeface="Calibri" pitchFamily="34" charset="0"/>
              </a:rPr>
              <a:t>教学目标</a:t>
            </a:r>
            <a:r>
              <a:rPr lang="en-US" altLang="zh-CN" sz="4000">
                <a:solidFill>
                  <a:schemeClr val="tx2"/>
                </a:solidFill>
                <a:latin typeface="Calibri" pitchFamily="34" charset="0"/>
              </a:rPr>
              <a:t>】</a:t>
            </a:r>
          </a:p>
        </p:txBody>
      </p:sp>
      <p:pic>
        <p:nvPicPr>
          <p:cNvPr id="3075" name="Picture 31" descr="tool"/>
          <p:cNvPicPr>
            <a:picLocks noChangeAspect="1" noChangeArrowheads="1"/>
          </p:cNvPicPr>
          <p:nvPr/>
        </p:nvPicPr>
        <p:blipFill>
          <a:blip r:embed="rId2">
            <a:extLst>
              <a:ext uri="{28A0092B-C50C-407E-A947-70E740481C1C}">
                <a14:useLocalDpi xmlns:a14="http://schemas.microsoft.com/office/drawing/2010/main" val="0"/>
              </a:ext>
            </a:extLst>
          </a:blip>
          <a:srcRect t="11871" b="7123"/>
          <a:stretch>
            <a:fillRect/>
          </a:stretch>
        </p:blipFill>
        <p:spPr bwMode="auto">
          <a:xfrm>
            <a:off x="0" y="0"/>
            <a:ext cx="914400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Rectangle 32">
            <a:hlinkClick r:id="rId3" action="ppaction://hlinksldjump"/>
          </p:cNvPr>
          <p:cNvSpPr>
            <a:spLocks noChangeArrowheads="1"/>
          </p:cNvSpPr>
          <p:nvPr/>
        </p:nvSpPr>
        <p:spPr bwMode="auto">
          <a:xfrm>
            <a:off x="1144588" y="100013"/>
            <a:ext cx="1009650" cy="157162"/>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3077" name="Rectangle 33">
            <a:hlinkClick r:id="rId4" action="ppaction://hlinksldjump"/>
          </p:cNvPr>
          <p:cNvSpPr>
            <a:spLocks noChangeArrowheads="1"/>
          </p:cNvSpPr>
          <p:nvPr/>
        </p:nvSpPr>
        <p:spPr bwMode="auto">
          <a:xfrm>
            <a:off x="231140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3078" name="Rectangle 34">
            <a:hlinkClick r:id="rId5" action="ppaction://hlinksldjump"/>
          </p:cNvPr>
          <p:cNvSpPr>
            <a:spLocks noChangeArrowheads="1"/>
          </p:cNvSpPr>
          <p:nvPr/>
        </p:nvSpPr>
        <p:spPr bwMode="auto">
          <a:xfrm>
            <a:off x="3476625"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3079" name="Rectangle 35">
            <a:hlinkClick r:id="rId6" action="ppaction://hlinksldjump"/>
          </p:cNvPr>
          <p:cNvSpPr>
            <a:spLocks noChangeArrowheads="1"/>
          </p:cNvSpPr>
          <p:nvPr/>
        </p:nvSpPr>
        <p:spPr bwMode="auto">
          <a:xfrm>
            <a:off x="462915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3080" name="Rectangle 36">
            <a:hlinkClick r:id="rId7" action="ppaction://hlinksldjump"/>
          </p:cNvPr>
          <p:cNvSpPr>
            <a:spLocks noChangeArrowheads="1"/>
          </p:cNvSpPr>
          <p:nvPr/>
        </p:nvSpPr>
        <p:spPr bwMode="auto">
          <a:xfrm>
            <a:off x="5834063" y="92075"/>
            <a:ext cx="1009650" cy="193675"/>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3081" name="Rectangle 37">
            <a:hlinkClick r:id="rId8" action="ppaction://hlinksldjump"/>
          </p:cNvPr>
          <p:cNvSpPr>
            <a:spLocks noChangeArrowheads="1"/>
          </p:cNvSpPr>
          <p:nvPr/>
        </p:nvSpPr>
        <p:spPr bwMode="auto">
          <a:xfrm>
            <a:off x="6977063"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6154" name="Text Box 10"/>
          <p:cNvSpPr txBox="1">
            <a:spLocks noChangeArrowheads="1"/>
          </p:cNvSpPr>
          <p:nvPr/>
        </p:nvSpPr>
        <p:spPr bwMode="auto">
          <a:xfrm>
            <a:off x="827088" y="2708275"/>
            <a:ext cx="76327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1"/>
                </a:solidFill>
                <a:latin typeface="黑体" pitchFamily="2" charset="-122"/>
                <a:ea typeface="黑体" pitchFamily="2" charset="-122"/>
              </a:defRPr>
            </a:lvl1pPr>
            <a:lvl2pPr marL="742950" indent="-285750" eaLnBrk="0" hangingPunct="0">
              <a:defRPr sz="3200" b="1">
                <a:solidFill>
                  <a:schemeClr val="tx1"/>
                </a:solidFill>
                <a:latin typeface="黑体" pitchFamily="2" charset="-122"/>
                <a:ea typeface="黑体" pitchFamily="2" charset="-122"/>
              </a:defRPr>
            </a:lvl2pPr>
            <a:lvl3pPr marL="1143000" indent="-228600" eaLnBrk="0" hangingPunct="0">
              <a:defRPr sz="3200" b="1">
                <a:solidFill>
                  <a:schemeClr val="tx1"/>
                </a:solidFill>
                <a:latin typeface="黑体" pitchFamily="2" charset="-122"/>
                <a:ea typeface="黑体" pitchFamily="2" charset="-122"/>
              </a:defRPr>
            </a:lvl3pPr>
            <a:lvl4pPr marL="1600200" indent="-228600" eaLnBrk="0" hangingPunct="0">
              <a:defRPr sz="3200" b="1">
                <a:solidFill>
                  <a:schemeClr val="tx1"/>
                </a:solidFill>
                <a:latin typeface="黑体" pitchFamily="2" charset="-122"/>
                <a:ea typeface="黑体" pitchFamily="2" charset="-122"/>
              </a:defRPr>
            </a:lvl4pPr>
            <a:lvl5pPr marL="2057400" indent="-228600" eaLnBrk="0" hangingPunct="0">
              <a:defRPr sz="3200" b="1">
                <a:solidFill>
                  <a:schemeClr val="tx1"/>
                </a:solidFill>
                <a:latin typeface="黑体" pitchFamily="2" charset="-122"/>
                <a:ea typeface="黑体" pitchFamily="2" charset="-122"/>
              </a:defRPr>
            </a:lvl5pPr>
            <a:lvl6pPr marL="2514600" indent="-228600" eaLnBrk="0" fontAlgn="base" hangingPunct="0">
              <a:spcBef>
                <a:spcPct val="0"/>
              </a:spcBef>
              <a:spcAft>
                <a:spcPct val="0"/>
              </a:spcAft>
              <a:defRPr sz="3200" b="1">
                <a:solidFill>
                  <a:schemeClr val="tx1"/>
                </a:solidFill>
                <a:latin typeface="黑体" pitchFamily="2" charset="-122"/>
                <a:ea typeface="黑体" pitchFamily="2" charset="-122"/>
              </a:defRPr>
            </a:lvl6pPr>
            <a:lvl7pPr marL="2971800" indent="-228600" eaLnBrk="0" fontAlgn="base" hangingPunct="0">
              <a:spcBef>
                <a:spcPct val="0"/>
              </a:spcBef>
              <a:spcAft>
                <a:spcPct val="0"/>
              </a:spcAft>
              <a:defRPr sz="3200" b="1">
                <a:solidFill>
                  <a:schemeClr val="tx1"/>
                </a:solidFill>
                <a:latin typeface="黑体" pitchFamily="2" charset="-122"/>
                <a:ea typeface="黑体" pitchFamily="2" charset="-122"/>
              </a:defRPr>
            </a:lvl7pPr>
            <a:lvl8pPr marL="3429000" indent="-228600" eaLnBrk="0" fontAlgn="base" hangingPunct="0">
              <a:spcBef>
                <a:spcPct val="0"/>
              </a:spcBef>
              <a:spcAft>
                <a:spcPct val="0"/>
              </a:spcAft>
              <a:defRPr sz="3200" b="1">
                <a:solidFill>
                  <a:schemeClr val="tx1"/>
                </a:solidFill>
                <a:latin typeface="黑体" pitchFamily="2" charset="-122"/>
                <a:ea typeface="黑体" pitchFamily="2" charset="-122"/>
              </a:defRPr>
            </a:lvl8pPr>
            <a:lvl9pPr marL="3886200" indent="-228600" eaLnBrk="0" fontAlgn="base" hangingPunct="0">
              <a:spcBef>
                <a:spcPct val="0"/>
              </a:spcBef>
              <a:spcAft>
                <a:spcPct val="0"/>
              </a:spcAft>
              <a:defRPr sz="3200" b="1">
                <a:solidFill>
                  <a:schemeClr val="tx1"/>
                </a:solidFill>
                <a:latin typeface="黑体" pitchFamily="2" charset="-122"/>
                <a:ea typeface="黑体" pitchFamily="2" charset="-122"/>
              </a:defRPr>
            </a:lvl9pPr>
          </a:lstStyle>
          <a:p>
            <a:pPr marL="571500" indent="-571500" eaLnBrk="1" hangingPunct="1">
              <a:buFont typeface="Arial" pitchFamily="34" charset="0"/>
              <a:buChar char="•"/>
              <a:defRPr/>
            </a:pPr>
            <a:r>
              <a:rPr lang="zh-CN" altLang="en-US" sz="3600" dirty="0"/>
              <a:t>知道并联电路的特点；</a:t>
            </a:r>
            <a:endParaRPr lang="en-US" altLang="zh-CN" sz="3600" dirty="0"/>
          </a:p>
          <a:p>
            <a:pPr marL="571500" indent="-571500" eaLnBrk="1" hangingPunct="1">
              <a:buFont typeface="Arial" pitchFamily="34" charset="0"/>
              <a:buChar char="•"/>
              <a:defRPr/>
            </a:pPr>
            <a:r>
              <a:rPr lang="zh-CN" altLang="en-US" sz="3600" dirty="0"/>
              <a:t>学会运用欧姆定律及并联电路规律解基本计算题。</a:t>
            </a:r>
          </a:p>
          <a:p>
            <a:pPr eaLnBrk="1" hangingPunct="1">
              <a:defRPr/>
            </a:pPr>
            <a:endParaRPr lang="zh-CN" altLang="en-US" sz="3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4098" name="WordArt 11"/>
          <p:cNvSpPr>
            <a:spLocks noChangeArrowheads="1" noChangeShapeType="1" noTextEdit="1"/>
          </p:cNvSpPr>
          <p:nvPr/>
        </p:nvSpPr>
        <p:spPr bwMode="auto">
          <a:xfrm>
            <a:off x="2987675" y="2492375"/>
            <a:ext cx="3352800" cy="838200"/>
          </a:xfrm>
          <a:prstGeom prst="rect">
            <a:avLst/>
          </a:prstGeom>
        </p:spPr>
        <p:txBody>
          <a:bodyPr wrap="none" fromWordArt="1">
            <a:prstTxWarp prst="textPlain">
              <a:avLst>
                <a:gd name="adj" fmla="val 50000"/>
              </a:avLst>
            </a:prstTxWarp>
          </a:bodyPr>
          <a:lstStyle/>
          <a:p>
            <a:pPr algn="ctr"/>
            <a:r>
              <a:rPr lang="zh-CN" altLang="en-US" sz="6600" kern="10">
                <a:ln w="9525">
                  <a:solidFill>
                    <a:srgbClr val="000000"/>
                  </a:solidFill>
                  <a:round/>
                  <a:headEnd/>
                  <a:tailEnd/>
                </a:ln>
                <a:solidFill>
                  <a:srgbClr val="000000"/>
                </a:solidFill>
                <a:effectLst>
                  <a:outerShdw dist="35921" dir="2700000" algn="ctr" rotWithShape="0">
                    <a:srgbClr val="808080">
                      <a:alpha val="78000"/>
                    </a:srgbClr>
                  </a:outerShdw>
                </a:effectLst>
                <a:latin typeface="黑体"/>
                <a:ea typeface="黑体"/>
              </a:rPr>
              <a:t>新课导入</a:t>
            </a:r>
            <a:endParaRPr lang="en-MY" sz="6600" kern="10">
              <a:ln w="9525">
                <a:solidFill>
                  <a:srgbClr val="000000"/>
                </a:solidFill>
                <a:round/>
                <a:headEnd/>
                <a:tailEnd/>
              </a:ln>
              <a:solidFill>
                <a:srgbClr val="000000"/>
              </a:solidFill>
              <a:effectLst>
                <a:outerShdw dist="35921" dir="2700000" algn="ctr" rotWithShape="0">
                  <a:srgbClr val="808080">
                    <a:alpha val="78000"/>
                  </a:srgbClr>
                </a:outerShdw>
              </a:effectLst>
              <a:latin typeface="黑体"/>
              <a:ea typeface="黑体"/>
            </a:endParaRPr>
          </a:p>
        </p:txBody>
      </p:sp>
      <p:pic>
        <p:nvPicPr>
          <p:cNvPr id="4099" name="Picture 31" descr="tool"/>
          <p:cNvPicPr>
            <a:picLocks noChangeAspect="1" noChangeArrowheads="1"/>
          </p:cNvPicPr>
          <p:nvPr/>
        </p:nvPicPr>
        <p:blipFill>
          <a:blip r:embed="rId2">
            <a:extLst>
              <a:ext uri="{28A0092B-C50C-407E-A947-70E740481C1C}">
                <a14:useLocalDpi xmlns:a14="http://schemas.microsoft.com/office/drawing/2010/main" val="0"/>
              </a:ext>
            </a:extLst>
          </a:blip>
          <a:srcRect t="11871" b="7123"/>
          <a:stretch>
            <a:fillRect/>
          </a:stretch>
        </p:blipFill>
        <p:spPr bwMode="auto">
          <a:xfrm>
            <a:off x="0" y="0"/>
            <a:ext cx="914400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0" name="Rectangle 32">
            <a:hlinkClick r:id="rId3" action="ppaction://hlinksldjump"/>
          </p:cNvPr>
          <p:cNvSpPr>
            <a:spLocks noChangeArrowheads="1"/>
          </p:cNvSpPr>
          <p:nvPr/>
        </p:nvSpPr>
        <p:spPr bwMode="auto">
          <a:xfrm>
            <a:off x="1144588" y="100013"/>
            <a:ext cx="1009650" cy="157162"/>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4101" name="Rectangle 33">
            <a:hlinkClick r:id="rId4" action="ppaction://hlinksldjump"/>
          </p:cNvPr>
          <p:cNvSpPr>
            <a:spLocks noChangeArrowheads="1"/>
          </p:cNvSpPr>
          <p:nvPr/>
        </p:nvSpPr>
        <p:spPr bwMode="auto">
          <a:xfrm>
            <a:off x="231140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4102" name="Rectangle 34">
            <a:hlinkClick r:id="rId5" action="ppaction://hlinksldjump"/>
          </p:cNvPr>
          <p:cNvSpPr>
            <a:spLocks noChangeArrowheads="1"/>
          </p:cNvSpPr>
          <p:nvPr/>
        </p:nvSpPr>
        <p:spPr bwMode="auto">
          <a:xfrm>
            <a:off x="3476625"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4103" name="Rectangle 35">
            <a:hlinkClick r:id="rId6" action="ppaction://hlinksldjump"/>
          </p:cNvPr>
          <p:cNvSpPr>
            <a:spLocks noChangeArrowheads="1"/>
          </p:cNvSpPr>
          <p:nvPr/>
        </p:nvSpPr>
        <p:spPr bwMode="auto">
          <a:xfrm>
            <a:off x="462915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4104" name="Rectangle 36">
            <a:hlinkClick r:id="rId7" action="ppaction://hlinksldjump"/>
          </p:cNvPr>
          <p:cNvSpPr>
            <a:spLocks noChangeArrowheads="1"/>
          </p:cNvSpPr>
          <p:nvPr/>
        </p:nvSpPr>
        <p:spPr bwMode="auto">
          <a:xfrm>
            <a:off x="5834063" y="92075"/>
            <a:ext cx="1009650" cy="193675"/>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4105" name="Rectangle 37">
            <a:hlinkClick r:id="rId8" action="ppaction://hlinksldjump"/>
          </p:cNvPr>
          <p:cNvSpPr>
            <a:spLocks noChangeArrowheads="1"/>
          </p:cNvSpPr>
          <p:nvPr/>
        </p:nvSpPr>
        <p:spPr bwMode="auto">
          <a:xfrm>
            <a:off x="6977063"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122" name="Rectangle 2"/>
          <p:cNvSpPr>
            <a:spLocks noChangeArrowheads="1"/>
          </p:cNvSpPr>
          <p:nvPr/>
        </p:nvSpPr>
        <p:spPr bwMode="auto">
          <a:xfrm>
            <a:off x="357158" y="476250"/>
            <a:ext cx="63722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600" dirty="0">
                <a:solidFill>
                  <a:schemeClr val="tx2"/>
                </a:solidFill>
                <a:latin typeface="Verdana" pitchFamily="34" charset="0"/>
              </a:rPr>
              <a:t>【</a:t>
            </a:r>
            <a:r>
              <a:rPr lang="zh-CN" altLang="en-US" sz="3600" dirty="0">
                <a:solidFill>
                  <a:schemeClr val="tx2"/>
                </a:solidFill>
                <a:latin typeface="Verdana" pitchFamily="34" charset="0"/>
              </a:rPr>
              <a:t>实验</a:t>
            </a:r>
            <a:r>
              <a:rPr lang="en-US" altLang="zh-CN" sz="3600" dirty="0">
                <a:solidFill>
                  <a:schemeClr val="tx2"/>
                </a:solidFill>
                <a:latin typeface="Verdana" pitchFamily="34" charset="0"/>
              </a:rPr>
              <a:t>】</a:t>
            </a:r>
          </a:p>
        </p:txBody>
      </p:sp>
      <p:sp>
        <p:nvSpPr>
          <p:cNvPr id="5123" name="Text Box 3"/>
          <p:cNvSpPr txBox="1">
            <a:spLocks noChangeArrowheads="1"/>
          </p:cNvSpPr>
          <p:nvPr/>
        </p:nvSpPr>
        <p:spPr bwMode="auto">
          <a:xfrm>
            <a:off x="539750" y="1412875"/>
            <a:ext cx="813752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1"/>
                </a:solidFill>
                <a:latin typeface="黑体" pitchFamily="2" charset="-122"/>
                <a:ea typeface="黑体" pitchFamily="2" charset="-122"/>
              </a:defRPr>
            </a:lvl1pPr>
            <a:lvl2pPr marL="742950" indent="-285750" eaLnBrk="0" hangingPunct="0">
              <a:defRPr sz="3200" b="1">
                <a:solidFill>
                  <a:schemeClr val="tx1"/>
                </a:solidFill>
                <a:latin typeface="黑体" pitchFamily="2" charset="-122"/>
                <a:ea typeface="黑体" pitchFamily="2" charset="-122"/>
              </a:defRPr>
            </a:lvl2pPr>
            <a:lvl3pPr marL="1143000" indent="-228600" eaLnBrk="0" hangingPunct="0">
              <a:defRPr sz="3200" b="1">
                <a:solidFill>
                  <a:schemeClr val="tx1"/>
                </a:solidFill>
                <a:latin typeface="黑体" pitchFamily="2" charset="-122"/>
                <a:ea typeface="黑体" pitchFamily="2" charset="-122"/>
              </a:defRPr>
            </a:lvl3pPr>
            <a:lvl4pPr marL="1600200" indent="-228600" eaLnBrk="0" hangingPunct="0">
              <a:defRPr sz="3200" b="1">
                <a:solidFill>
                  <a:schemeClr val="tx1"/>
                </a:solidFill>
                <a:latin typeface="黑体" pitchFamily="2" charset="-122"/>
                <a:ea typeface="黑体" pitchFamily="2" charset="-122"/>
              </a:defRPr>
            </a:lvl4pPr>
            <a:lvl5pPr marL="2057400" indent="-228600" eaLnBrk="0" hangingPunct="0">
              <a:defRPr sz="3200" b="1">
                <a:solidFill>
                  <a:schemeClr val="tx1"/>
                </a:solidFill>
                <a:latin typeface="黑体" pitchFamily="2" charset="-122"/>
                <a:ea typeface="黑体" pitchFamily="2" charset="-122"/>
              </a:defRPr>
            </a:lvl5pPr>
            <a:lvl6pPr marL="2514600" indent="-228600" eaLnBrk="0" fontAlgn="base" hangingPunct="0">
              <a:spcBef>
                <a:spcPct val="0"/>
              </a:spcBef>
              <a:spcAft>
                <a:spcPct val="0"/>
              </a:spcAft>
              <a:defRPr sz="3200" b="1">
                <a:solidFill>
                  <a:schemeClr val="tx1"/>
                </a:solidFill>
                <a:latin typeface="黑体" pitchFamily="2" charset="-122"/>
                <a:ea typeface="黑体" pitchFamily="2" charset="-122"/>
              </a:defRPr>
            </a:lvl6pPr>
            <a:lvl7pPr marL="2971800" indent="-228600" eaLnBrk="0" fontAlgn="base" hangingPunct="0">
              <a:spcBef>
                <a:spcPct val="0"/>
              </a:spcBef>
              <a:spcAft>
                <a:spcPct val="0"/>
              </a:spcAft>
              <a:defRPr sz="3200" b="1">
                <a:solidFill>
                  <a:schemeClr val="tx1"/>
                </a:solidFill>
                <a:latin typeface="黑体" pitchFamily="2" charset="-122"/>
                <a:ea typeface="黑体" pitchFamily="2" charset="-122"/>
              </a:defRPr>
            </a:lvl7pPr>
            <a:lvl8pPr marL="3429000" indent="-228600" eaLnBrk="0" fontAlgn="base" hangingPunct="0">
              <a:spcBef>
                <a:spcPct val="0"/>
              </a:spcBef>
              <a:spcAft>
                <a:spcPct val="0"/>
              </a:spcAft>
              <a:defRPr sz="3200" b="1">
                <a:solidFill>
                  <a:schemeClr val="tx1"/>
                </a:solidFill>
                <a:latin typeface="黑体" pitchFamily="2" charset="-122"/>
                <a:ea typeface="黑体" pitchFamily="2" charset="-122"/>
              </a:defRPr>
            </a:lvl8pPr>
            <a:lvl9pPr marL="3886200" indent="-228600" eaLnBrk="0" fontAlgn="base" hangingPunct="0">
              <a:spcBef>
                <a:spcPct val="0"/>
              </a:spcBef>
              <a:spcAft>
                <a:spcPct val="0"/>
              </a:spcAft>
              <a:defRPr sz="3200" b="1">
                <a:solidFill>
                  <a:schemeClr val="tx1"/>
                </a:solidFill>
                <a:latin typeface="黑体" pitchFamily="2" charset="-122"/>
                <a:ea typeface="黑体" pitchFamily="2" charset="-122"/>
              </a:defRPr>
            </a:lvl9pPr>
          </a:lstStyle>
          <a:p>
            <a:pPr eaLnBrk="1" hangingPunct="1">
              <a:spcBef>
                <a:spcPct val="50000"/>
              </a:spcBef>
            </a:pPr>
            <a:r>
              <a:rPr lang="zh-CN" altLang="en-US" dirty="0">
                <a:latin typeface="Verdana" pitchFamily="34" charset="0"/>
              </a:rPr>
              <a:t>照图组成并联电路，用安培计依次测出L</a:t>
            </a:r>
            <a:r>
              <a:rPr lang="zh-CN" altLang="en-US" baseline="-25000" dirty="0">
                <a:latin typeface="Verdana" pitchFamily="34" charset="0"/>
              </a:rPr>
              <a:t>1</a:t>
            </a:r>
            <a:r>
              <a:rPr lang="zh-CN" altLang="en-US" dirty="0">
                <a:latin typeface="Verdana" pitchFamily="34" charset="0"/>
              </a:rPr>
              <a:t>支路的电流强度I</a:t>
            </a:r>
            <a:r>
              <a:rPr lang="zh-CN" altLang="en-US" baseline="-25000" dirty="0">
                <a:latin typeface="Verdana" pitchFamily="34" charset="0"/>
              </a:rPr>
              <a:t>1</a:t>
            </a:r>
            <a:r>
              <a:rPr lang="zh-CN" altLang="en-US" dirty="0">
                <a:latin typeface="Verdana" pitchFamily="34" charset="0"/>
              </a:rPr>
              <a:t>，L</a:t>
            </a:r>
            <a:r>
              <a:rPr lang="zh-CN" altLang="en-US" baseline="-25000" dirty="0">
                <a:latin typeface="Verdana" pitchFamily="34" charset="0"/>
              </a:rPr>
              <a:t>2</a:t>
            </a:r>
            <a:r>
              <a:rPr lang="zh-CN" altLang="en-US" dirty="0">
                <a:latin typeface="Verdana" pitchFamily="34" charset="0"/>
              </a:rPr>
              <a:t>支路的电流强度I</a:t>
            </a:r>
            <a:r>
              <a:rPr lang="zh-CN" altLang="en-US" baseline="-25000" dirty="0">
                <a:latin typeface="Verdana" pitchFamily="34" charset="0"/>
              </a:rPr>
              <a:t>2</a:t>
            </a:r>
            <a:r>
              <a:rPr lang="zh-CN" altLang="en-US" dirty="0">
                <a:latin typeface="Verdana" pitchFamily="34" charset="0"/>
              </a:rPr>
              <a:t>，干路的电路强度I。把测得的值记录下来。</a:t>
            </a:r>
          </a:p>
        </p:txBody>
      </p:sp>
      <p:pic>
        <p:nvPicPr>
          <p:cNvPr id="5124" name="Picture 31" descr="tool"/>
          <p:cNvPicPr>
            <a:picLocks noChangeAspect="1" noChangeArrowheads="1"/>
          </p:cNvPicPr>
          <p:nvPr/>
        </p:nvPicPr>
        <p:blipFill>
          <a:blip r:embed="rId2">
            <a:extLst>
              <a:ext uri="{28A0092B-C50C-407E-A947-70E740481C1C}">
                <a14:useLocalDpi xmlns:a14="http://schemas.microsoft.com/office/drawing/2010/main" val="0"/>
              </a:ext>
            </a:extLst>
          </a:blip>
          <a:srcRect t="11871" b="7123"/>
          <a:stretch>
            <a:fillRect/>
          </a:stretch>
        </p:blipFill>
        <p:spPr bwMode="auto">
          <a:xfrm>
            <a:off x="0" y="0"/>
            <a:ext cx="914400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5" name="Rectangle 32">
            <a:hlinkClick r:id="rId3" action="ppaction://hlinksldjump"/>
          </p:cNvPr>
          <p:cNvSpPr>
            <a:spLocks noChangeArrowheads="1"/>
          </p:cNvSpPr>
          <p:nvPr/>
        </p:nvSpPr>
        <p:spPr bwMode="auto">
          <a:xfrm>
            <a:off x="1144588" y="100013"/>
            <a:ext cx="1009650" cy="157162"/>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5126" name="Rectangle 33">
            <a:hlinkClick r:id="rId4" action="ppaction://hlinksldjump"/>
          </p:cNvPr>
          <p:cNvSpPr>
            <a:spLocks noChangeArrowheads="1"/>
          </p:cNvSpPr>
          <p:nvPr/>
        </p:nvSpPr>
        <p:spPr bwMode="auto">
          <a:xfrm>
            <a:off x="231140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5127" name="Rectangle 34">
            <a:hlinkClick r:id="rId5" action="ppaction://hlinksldjump"/>
          </p:cNvPr>
          <p:cNvSpPr>
            <a:spLocks noChangeArrowheads="1"/>
          </p:cNvSpPr>
          <p:nvPr/>
        </p:nvSpPr>
        <p:spPr bwMode="auto">
          <a:xfrm>
            <a:off x="3476625"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5128" name="Rectangle 35">
            <a:hlinkClick r:id="rId6" action="ppaction://hlinksldjump"/>
          </p:cNvPr>
          <p:cNvSpPr>
            <a:spLocks noChangeArrowheads="1"/>
          </p:cNvSpPr>
          <p:nvPr/>
        </p:nvSpPr>
        <p:spPr bwMode="auto">
          <a:xfrm>
            <a:off x="462915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5129" name="Rectangle 36">
            <a:hlinkClick r:id="rId7" action="ppaction://hlinksldjump"/>
          </p:cNvPr>
          <p:cNvSpPr>
            <a:spLocks noChangeArrowheads="1"/>
          </p:cNvSpPr>
          <p:nvPr/>
        </p:nvSpPr>
        <p:spPr bwMode="auto">
          <a:xfrm>
            <a:off x="5834063" y="92075"/>
            <a:ext cx="1009650" cy="193675"/>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5130" name="Rectangle 37">
            <a:hlinkClick r:id="rId8" action="ppaction://hlinksldjump"/>
          </p:cNvPr>
          <p:cNvSpPr>
            <a:spLocks noChangeArrowheads="1"/>
          </p:cNvSpPr>
          <p:nvPr/>
        </p:nvSpPr>
        <p:spPr bwMode="auto">
          <a:xfrm>
            <a:off x="6977063"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pic>
        <p:nvPicPr>
          <p:cNvPr id="5131" name="Picture 11" descr="1"/>
          <p:cNvPicPr>
            <a:picLocks noChangeAspect="1" noChangeArrowheads="1"/>
          </p:cNvPicPr>
          <p:nvPr/>
        </p:nvPicPr>
        <p:blipFill>
          <a:blip r:embed="rId9">
            <a:extLst>
              <a:ext uri="{28A0092B-C50C-407E-A947-70E740481C1C}">
                <a14:useLocalDpi xmlns:a14="http://schemas.microsoft.com/office/drawing/2010/main" val="0"/>
              </a:ext>
            </a:extLst>
          </a:blip>
          <a:srcRect l="19830"/>
          <a:stretch>
            <a:fillRect/>
          </a:stretch>
        </p:blipFill>
        <p:spPr bwMode="auto">
          <a:xfrm>
            <a:off x="285720" y="3429000"/>
            <a:ext cx="4203730"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146" name="WordArt 11"/>
          <p:cNvSpPr>
            <a:spLocks noChangeArrowheads="1" noChangeShapeType="1" noTextEdit="1"/>
          </p:cNvSpPr>
          <p:nvPr/>
        </p:nvSpPr>
        <p:spPr bwMode="auto">
          <a:xfrm>
            <a:off x="2843213" y="2492375"/>
            <a:ext cx="3352800" cy="838200"/>
          </a:xfrm>
          <a:prstGeom prst="rect">
            <a:avLst/>
          </a:prstGeom>
        </p:spPr>
        <p:txBody>
          <a:bodyPr wrap="none" fromWordArt="1">
            <a:prstTxWarp prst="textPlain">
              <a:avLst>
                <a:gd name="adj" fmla="val 50000"/>
              </a:avLst>
            </a:prstTxWarp>
          </a:bodyPr>
          <a:lstStyle/>
          <a:p>
            <a:pPr algn="ctr"/>
            <a:r>
              <a:rPr lang="zh-CN" altLang="en-US" sz="6600" kern="10">
                <a:ln w="9525">
                  <a:solidFill>
                    <a:srgbClr val="000000"/>
                  </a:solidFill>
                  <a:round/>
                  <a:headEnd/>
                  <a:tailEnd/>
                </a:ln>
                <a:solidFill>
                  <a:srgbClr val="000000"/>
                </a:solidFill>
                <a:effectLst>
                  <a:outerShdw dist="35921" dir="2700000" algn="ctr" rotWithShape="0">
                    <a:srgbClr val="808080">
                      <a:alpha val="78000"/>
                    </a:srgbClr>
                  </a:outerShdw>
                </a:effectLst>
                <a:latin typeface="黑体"/>
                <a:ea typeface="黑体"/>
              </a:rPr>
              <a:t>新课探索</a:t>
            </a:r>
            <a:endParaRPr lang="en-MY" sz="6600" kern="10">
              <a:ln w="9525">
                <a:solidFill>
                  <a:srgbClr val="000000"/>
                </a:solidFill>
                <a:round/>
                <a:headEnd/>
                <a:tailEnd/>
              </a:ln>
              <a:solidFill>
                <a:srgbClr val="000000"/>
              </a:solidFill>
              <a:effectLst>
                <a:outerShdw dist="35921" dir="2700000" algn="ctr" rotWithShape="0">
                  <a:srgbClr val="808080">
                    <a:alpha val="78000"/>
                  </a:srgbClr>
                </a:outerShdw>
              </a:effectLst>
              <a:latin typeface="黑体"/>
              <a:ea typeface="黑体"/>
            </a:endParaRPr>
          </a:p>
        </p:txBody>
      </p:sp>
      <p:pic>
        <p:nvPicPr>
          <p:cNvPr id="6147" name="Picture 31" descr="tool"/>
          <p:cNvPicPr>
            <a:picLocks noChangeAspect="1" noChangeArrowheads="1"/>
          </p:cNvPicPr>
          <p:nvPr/>
        </p:nvPicPr>
        <p:blipFill>
          <a:blip r:embed="rId2">
            <a:extLst>
              <a:ext uri="{28A0092B-C50C-407E-A947-70E740481C1C}">
                <a14:useLocalDpi xmlns:a14="http://schemas.microsoft.com/office/drawing/2010/main" val="0"/>
              </a:ext>
            </a:extLst>
          </a:blip>
          <a:srcRect t="11871" b="7123"/>
          <a:stretch>
            <a:fillRect/>
          </a:stretch>
        </p:blipFill>
        <p:spPr bwMode="auto">
          <a:xfrm>
            <a:off x="0" y="0"/>
            <a:ext cx="914400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8" name="Rectangle 32">
            <a:hlinkClick r:id="rId3" action="ppaction://hlinksldjump"/>
          </p:cNvPr>
          <p:cNvSpPr>
            <a:spLocks noChangeArrowheads="1"/>
          </p:cNvSpPr>
          <p:nvPr/>
        </p:nvSpPr>
        <p:spPr bwMode="auto">
          <a:xfrm>
            <a:off x="1144588" y="100013"/>
            <a:ext cx="1009650" cy="157162"/>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6149" name="Rectangle 33">
            <a:hlinkClick r:id="rId4" action="ppaction://hlinksldjump"/>
          </p:cNvPr>
          <p:cNvSpPr>
            <a:spLocks noChangeArrowheads="1"/>
          </p:cNvSpPr>
          <p:nvPr/>
        </p:nvSpPr>
        <p:spPr bwMode="auto">
          <a:xfrm>
            <a:off x="231140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6150" name="Rectangle 34">
            <a:hlinkClick r:id="rId5" action="ppaction://hlinksldjump"/>
          </p:cNvPr>
          <p:cNvSpPr>
            <a:spLocks noChangeArrowheads="1"/>
          </p:cNvSpPr>
          <p:nvPr/>
        </p:nvSpPr>
        <p:spPr bwMode="auto">
          <a:xfrm>
            <a:off x="3476625"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6151" name="Rectangle 35">
            <a:hlinkClick r:id="rId6" action="ppaction://hlinksldjump"/>
          </p:cNvPr>
          <p:cNvSpPr>
            <a:spLocks noChangeArrowheads="1"/>
          </p:cNvSpPr>
          <p:nvPr/>
        </p:nvSpPr>
        <p:spPr bwMode="auto">
          <a:xfrm>
            <a:off x="462915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6152" name="Rectangle 36">
            <a:hlinkClick r:id="rId7" action="ppaction://hlinksldjump"/>
          </p:cNvPr>
          <p:cNvSpPr>
            <a:spLocks noChangeArrowheads="1"/>
          </p:cNvSpPr>
          <p:nvPr/>
        </p:nvSpPr>
        <p:spPr bwMode="auto">
          <a:xfrm>
            <a:off x="5834063" y="92075"/>
            <a:ext cx="1009650" cy="193675"/>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6153" name="Rectangle 37">
            <a:hlinkClick r:id="rId8" action="ppaction://hlinksldjump"/>
          </p:cNvPr>
          <p:cNvSpPr>
            <a:spLocks noChangeArrowheads="1"/>
          </p:cNvSpPr>
          <p:nvPr/>
        </p:nvSpPr>
        <p:spPr bwMode="auto">
          <a:xfrm>
            <a:off x="6977063"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pic>
        <p:nvPicPr>
          <p:cNvPr id="7170" name="Picture 31" descr="tool"/>
          <p:cNvPicPr>
            <a:picLocks noChangeAspect="1" noChangeArrowheads="1"/>
          </p:cNvPicPr>
          <p:nvPr/>
        </p:nvPicPr>
        <p:blipFill>
          <a:blip r:embed="rId2">
            <a:extLst>
              <a:ext uri="{28A0092B-C50C-407E-A947-70E740481C1C}">
                <a14:useLocalDpi xmlns:a14="http://schemas.microsoft.com/office/drawing/2010/main" val="0"/>
              </a:ext>
            </a:extLst>
          </a:blip>
          <a:srcRect t="11871" b="7123"/>
          <a:stretch>
            <a:fillRect/>
          </a:stretch>
        </p:blipFill>
        <p:spPr bwMode="auto">
          <a:xfrm>
            <a:off x="0" y="0"/>
            <a:ext cx="914400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Rectangle 32">
            <a:hlinkClick r:id="rId3" action="ppaction://hlinksldjump"/>
          </p:cNvPr>
          <p:cNvSpPr>
            <a:spLocks noChangeArrowheads="1"/>
          </p:cNvSpPr>
          <p:nvPr/>
        </p:nvSpPr>
        <p:spPr bwMode="auto">
          <a:xfrm>
            <a:off x="1144588" y="100013"/>
            <a:ext cx="1009650" cy="157162"/>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7172" name="Rectangle 33">
            <a:hlinkClick r:id="rId4" action="ppaction://hlinksldjump"/>
          </p:cNvPr>
          <p:cNvSpPr>
            <a:spLocks noChangeArrowheads="1"/>
          </p:cNvSpPr>
          <p:nvPr/>
        </p:nvSpPr>
        <p:spPr bwMode="auto">
          <a:xfrm>
            <a:off x="231140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7173" name="Rectangle 34">
            <a:hlinkClick r:id="rId5" action="ppaction://hlinksldjump"/>
          </p:cNvPr>
          <p:cNvSpPr>
            <a:spLocks noChangeArrowheads="1"/>
          </p:cNvSpPr>
          <p:nvPr/>
        </p:nvSpPr>
        <p:spPr bwMode="auto">
          <a:xfrm>
            <a:off x="3476625"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7174" name="Rectangle 35">
            <a:hlinkClick r:id="rId6" action="ppaction://hlinksldjump"/>
          </p:cNvPr>
          <p:cNvSpPr>
            <a:spLocks noChangeArrowheads="1"/>
          </p:cNvSpPr>
          <p:nvPr/>
        </p:nvSpPr>
        <p:spPr bwMode="auto">
          <a:xfrm>
            <a:off x="462915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7175" name="Rectangle 36">
            <a:hlinkClick r:id="rId7" action="ppaction://hlinksldjump"/>
          </p:cNvPr>
          <p:cNvSpPr>
            <a:spLocks noChangeArrowheads="1"/>
          </p:cNvSpPr>
          <p:nvPr/>
        </p:nvSpPr>
        <p:spPr bwMode="auto">
          <a:xfrm>
            <a:off x="5834063" y="92075"/>
            <a:ext cx="1009650" cy="193675"/>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7176" name="Rectangle 37">
            <a:hlinkClick r:id="rId8" action="ppaction://hlinksldjump"/>
          </p:cNvPr>
          <p:cNvSpPr>
            <a:spLocks noChangeArrowheads="1"/>
          </p:cNvSpPr>
          <p:nvPr/>
        </p:nvSpPr>
        <p:spPr bwMode="auto">
          <a:xfrm>
            <a:off x="6977063"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7177" name="Rectangle 9"/>
          <p:cNvSpPr>
            <a:spLocks noChangeArrowheads="1"/>
          </p:cNvSpPr>
          <p:nvPr/>
        </p:nvSpPr>
        <p:spPr bwMode="auto">
          <a:xfrm>
            <a:off x="285720" y="476250"/>
            <a:ext cx="583567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3600" dirty="0">
                <a:solidFill>
                  <a:schemeClr val="tx2"/>
                </a:solidFill>
                <a:latin typeface="Verdana" pitchFamily="34" charset="0"/>
              </a:rPr>
              <a:t>【</a:t>
            </a:r>
            <a:r>
              <a:rPr lang="zh-CN" altLang="en-US" sz="3600" dirty="0">
                <a:solidFill>
                  <a:schemeClr val="tx2"/>
                </a:solidFill>
                <a:latin typeface="Verdana" pitchFamily="34" charset="0"/>
              </a:rPr>
              <a:t>实验</a:t>
            </a:r>
            <a:r>
              <a:rPr lang="en-US" altLang="zh-CN" sz="3600" dirty="0">
                <a:solidFill>
                  <a:schemeClr val="tx2"/>
                </a:solidFill>
                <a:latin typeface="Verdana" pitchFamily="34" charset="0"/>
              </a:rPr>
              <a:t>】</a:t>
            </a:r>
            <a:r>
              <a:rPr lang="zh-CN" altLang="en-US" sz="3600" dirty="0">
                <a:solidFill>
                  <a:schemeClr val="tx2"/>
                </a:solidFill>
                <a:latin typeface="Verdana" pitchFamily="34" charset="0"/>
              </a:rPr>
              <a:t>电流</a:t>
            </a:r>
            <a:endParaRPr lang="en-US" altLang="zh-CN" sz="3600" dirty="0">
              <a:solidFill>
                <a:schemeClr val="tx2"/>
              </a:solidFill>
              <a:latin typeface="Verdana" pitchFamily="34" charset="0"/>
            </a:endParaRPr>
          </a:p>
        </p:txBody>
      </p:sp>
      <p:sp>
        <p:nvSpPr>
          <p:cNvPr id="7178" name="Text Box 10"/>
          <p:cNvSpPr txBox="1">
            <a:spLocks noChangeArrowheads="1"/>
          </p:cNvSpPr>
          <p:nvPr/>
        </p:nvSpPr>
        <p:spPr bwMode="auto">
          <a:xfrm>
            <a:off x="539750" y="1412875"/>
            <a:ext cx="813752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1"/>
                </a:solidFill>
                <a:latin typeface="黑体" pitchFamily="2" charset="-122"/>
                <a:ea typeface="黑体" pitchFamily="2" charset="-122"/>
              </a:defRPr>
            </a:lvl1pPr>
            <a:lvl2pPr marL="742950" indent="-285750" eaLnBrk="0" hangingPunct="0">
              <a:defRPr sz="3200" b="1">
                <a:solidFill>
                  <a:schemeClr val="tx1"/>
                </a:solidFill>
                <a:latin typeface="黑体" pitchFamily="2" charset="-122"/>
                <a:ea typeface="黑体" pitchFamily="2" charset="-122"/>
              </a:defRPr>
            </a:lvl2pPr>
            <a:lvl3pPr marL="1143000" indent="-228600" eaLnBrk="0" hangingPunct="0">
              <a:defRPr sz="3200" b="1">
                <a:solidFill>
                  <a:schemeClr val="tx1"/>
                </a:solidFill>
                <a:latin typeface="黑体" pitchFamily="2" charset="-122"/>
                <a:ea typeface="黑体" pitchFamily="2" charset="-122"/>
              </a:defRPr>
            </a:lvl3pPr>
            <a:lvl4pPr marL="1600200" indent="-228600" eaLnBrk="0" hangingPunct="0">
              <a:defRPr sz="3200" b="1">
                <a:solidFill>
                  <a:schemeClr val="tx1"/>
                </a:solidFill>
                <a:latin typeface="黑体" pitchFamily="2" charset="-122"/>
                <a:ea typeface="黑体" pitchFamily="2" charset="-122"/>
              </a:defRPr>
            </a:lvl4pPr>
            <a:lvl5pPr marL="2057400" indent="-228600" eaLnBrk="0" hangingPunct="0">
              <a:defRPr sz="3200" b="1">
                <a:solidFill>
                  <a:schemeClr val="tx1"/>
                </a:solidFill>
                <a:latin typeface="黑体" pitchFamily="2" charset="-122"/>
                <a:ea typeface="黑体" pitchFamily="2" charset="-122"/>
              </a:defRPr>
            </a:lvl5pPr>
            <a:lvl6pPr marL="2514600" indent="-228600" eaLnBrk="0" fontAlgn="base" hangingPunct="0">
              <a:spcBef>
                <a:spcPct val="0"/>
              </a:spcBef>
              <a:spcAft>
                <a:spcPct val="0"/>
              </a:spcAft>
              <a:defRPr sz="3200" b="1">
                <a:solidFill>
                  <a:schemeClr val="tx1"/>
                </a:solidFill>
                <a:latin typeface="黑体" pitchFamily="2" charset="-122"/>
                <a:ea typeface="黑体" pitchFamily="2" charset="-122"/>
              </a:defRPr>
            </a:lvl6pPr>
            <a:lvl7pPr marL="2971800" indent="-228600" eaLnBrk="0" fontAlgn="base" hangingPunct="0">
              <a:spcBef>
                <a:spcPct val="0"/>
              </a:spcBef>
              <a:spcAft>
                <a:spcPct val="0"/>
              </a:spcAft>
              <a:defRPr sz="3200" b="1">
                <a:solidFill>
                  <a:schemeClr val="tx1"/>
                </a:solidFill>
                <a:latin typeface="黑体" pitchFamily="2" charset="-122"/>
                <a:ea typeface="黑体" pitchFamily="2" charset="-122"/>
              </a:defRPr>
            </a:lvl7pPr>
            <a:lvl8pPr marL="3429000" indent="-228600" eaLnBrk="0" fontAlgn="base" hangingPunct="0">
              <a:spcBef>
                <a:spcPct val="0"/>
              </a:spcBef>
              <a:spcAft>
                <a:spcPct val="0"/>
              </a:spcAft>
              <a:defRPr sz="3200" b="1">
                <a:solidFill>
                  <a:schemeClr val="tx1"/>
                </a:solidFill>
                <a:latin typeface="黑体" pitchFamily="2" charset="-122"/>
                <a:ea typeface="黑体" pitchFamily="2" charset="-122"/>
              </a:defRPr>
            </a:lvl8pPr>
            <a:lvl9pPr marL="3886200" indent="-228600" eaLnBrk="0" fontAlgn="base" hangingPunct="0">
              <a:spcBef>
                <a:spcPct val="0"/>
              </a:spcBef>
              <a:spcAft>
                <a:spcPct val="0"/>
              </a:spcAft>
              <a:defRPr sz="3200" b="1">
                <a:solidFill>
                  <a:schemeClr val="tx1"/>
                </a:solidFill>
                <a:latin typeface="黑体" pitchFamily="2" charset="-122"/>
                <a:ea typeface="黑体" pitchFamily="2" charset="-122"/>
              </a:defRPr>
            </a:lvl9pPr>
          </a:lstStyle>
          <a:p>
            <a:pPr eaLnBrk="1" hangingPunct="1">
              <a:spcBef>
                <a:spcPct val="50000"/>
              </a:spcBef>
            </a:pPr>
            <a:r>
              <a:rPr lang="zh-CN" altLang="en-US" dirty="0">
                <a:latin typeface="Verdana" pitchFamily="34" charset="0"/>
              </a:rPr>
              <a:t>照图组成并联电路，用安培计依次测出L</a:t>
            </a:r>
            <a:r>
              <a:rPr lang="zh-CN" altLang="en-US" baseline="-25000" dirty="0">
                <a:latin typeface="Verdana" pitchFamily="34" charset="0"/>
              </a:rPr>
              <a:t>1</a:t>
            </a:r>
            <a:r>
              <a:rPr lang="zh-CN" altLang="en-US" dirty="0">
                <a:latin typeface="Verdana" pitchFamily="34" charset="0"/>
              </a:rPr>
              <a:t>支路的电流强度I</a:t>
            </a:r>
            <a:r>
              <a:rPr lang="zh-CN" altLang="en-US" baseline="-25000" dirty="0">
                <a:latin typeface="Verdana" pitchFamily="34" charset="0"/>
              </a:rPr>
              <a:t>1</a:t>
            </a:r>
            <a:r>
              <a:rPr lang="zh-CN" altLang="en-US" dirty="0">
                <a:latin typeface="Verdana" pitchFamily="34" charset="0"/>
              </a:rPr>
              <a:t>，L</a:t>
            </a:r>
            <a:r>
              <a:rPr lang="zh-CN" altLang="en-US" baseline="-25000" dirty="0">
                <a:latin typeface="Verdana" pitchFamily="34" charset="0"/>
              </a:rPr>
              <a:t>2</a:t>
            </a:r>
            <a:r>
              <a:rPr lang="zh-CN" altLang="en-US" dirty="0">
                <a:latin typeface="Verdana" pitchFamily="34" charset="0"/>
              </a:rPr>
              <a:t>支路的电流强度I</a:t>
            </a:r>
            <a:r>
              <a:rPr lang="zh-CN" altLang="en-US" baseline="-25000" dirty="0">
                <a:latin typeface="Verdana" pitchFamily="34" charset="0"/>
              </a:rPr>
              <a:t>2</a:t>
            </a:r>
            <a:r>
              <a:rPr lang="zh-CN" altLang="en-US" dirty="0">
                <a:latin typeface="Verdana" pitchFamily="34" charset="0"/>
              </a:rPr>
              <a:t>，干路的电路强度I。把测得的值记录下来。</a:t>
            </a:r>
          </a:p>
        </p:txBody>
      </p:sp>
      <p:pic>
        <p:nvPicPr>
          <p:cNvPr id="7179" name="Picture 11" descr="1"/>
          <p:cNvPicPr>
            <a:picLocks noChangeAspect="1" noChangeArrowheads="1"/>
          </p:cNvPicPr>
          <p:nvPr/>
        </p:nvPicPr>
        <p:blipFill>
          <a:blip r:embed="rId9">
            <a:extLst>
              <a:ext uri="{28A0092B-C50C-407E-A947-70E740481C1C}">
                <a14:useLocalDpi xmlns:a14="http://schemas.microsoft.com/office/drawing/2010/main" val="0"/>
              </a:ext>
            </a:extLst>
          </a:blip>
          <a:srcRect l="22555"/>
          <a:stretch>
            <a:fillRect/>
          </a:stretch>
        </p:blipFill>
        <p:spPr bwMode="auto">
          <a:xfrm>
            <a:off x="428596" y="3429000"/>
            <a:ext cx="4060854"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4" name="Text Box 12"/>
          <p:cNvSpPr txBox="1">
            <a:spLocks noChangeArrowheads="1"/>
          </p:cNvSpPr>
          <p:nvPr/>
        </p:nvSpPr>
        <p:spPr bwMode="auto">
          <a:xfrm>
            <a:off x="4787900" y="3933825"/>
            <a:ext cx="3713190"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b="1">
                <a:solidFill>
                  <a:schemeClr val="tx1"/>
                </a:solidFill>
                <a:latin typeface="黑体" pitchFamily="2" charset="-122"/>
                <a:ea typeface="黑体" pitchFamily="2" charset="-122"/>
              </a:defRPr>
            </a:lvl1pPr>
            <a:lvl2pPr marL="742950" indent="-285750" eaLnBrk="0" hangingPunct="0">
              <a:defRPr sz="3200" b="1">
                <a:solidFill>
                  <a:schemeClr val="tx1"/>
                </a:solidFill>
                <a:latin typeface="黑体" pitchFamily="2" charset="-122"/>
                <a:ea typeface="黑体" pitchFamily="2" charset="-122"/>
              </a:defRPr>
            </a:lvl2pPr>
            <a:lvl3pPr marL="1143000" indent="-228600" eaLnBrk="0" hangingPunct="0">
              <a:defRPr sz="3200" b="1">
                <a:solidFill>
                  <a:schemeClr val="tx1"/>
                </a:solidFill>
                <a:latin typeface="黑体" pitchFamily="2" charset="-122"/>
                <a:ea typeface="黑体" pitchFamily="2" charset="-122"/>
              </a:defRPr>
            </a:lvl3pPr>
            <a:lvl4pPr marL="1600200" indent="-228600" eaLnBrk="0" hangingPunct="0">
              <a:defRPr sz="3200" b="1">
                <a:solidFill>
                  <a:schemeClr val="tx1"/>
                </a:solidFill>
                <a:latin typeface="黑体" pitchFamily="2" charset="-122"/>
                <a:ea typeface="黑体" pitchFamily="2" charset="-122"/>
              </a:defRPr>
            </a:lvl4pPr>
            <a:lvl5pPr marL="2057400" indent="-228600" eaLnBrk="0" hangingPunct="0">
              <a:defRPr sz="3200" b="1">
                <a:solidFill>
                  <a:schemeClr val="tx1"/>
                </a:solidFill>
                <a:latin typeface="黑体" pitchFamily="2" charset="-122"/>
                <a:ea typeface="黑体" pitchFamily="2" charset="-122"/>
              </a:defRPr>
            </a:lvl5pPr>
            <a:lvl6pPr marL="2514600" indent="-228600" eaLnBrk="0" fontAlgn="base" hangingPunct="0">
              <a:spcBef>
                <a:spcPct val="0"/>
              </a:spcBef>
              <a:spcAft>
                <a:spcPct val="0"/>
              </a:spcAft>
              <a:defRPr sz="3200" b="1">
                <a:solidFill>
                  <a:schemeClr val="tx1"/>
                </a:solidFill>
                <a:latin typeface="黑体" pitchFamily="2" charset="-122"/>
                <a:ea typeface="黑体" pitchFamily="2" charset="-122"/>
              </a:defRPr>
            </a:lvl6pPr>
            <a:lvl7pPr marL="2971800" indent="-228600" eaLnBrk="0" fontAlgn="base" hangingPunct="0">
              <a:spcBef>
                <a:spcPct val="0"/>
              </a:spcBef>
              <a:spcAft>
                <a:spcPct val="0"/>
              </a:spcAft>
              <a:defRPr sz="3200" b="1">
                <a:solidFill>
                  <a:schemeClr val="tx1"/>
                </a:solidFill>
                <a:latin typeface="黑体" pitchFamily="2" charset="-122"/>
                <a:ea typeface="黑体" pitchFamily="2" charset="-122"/>
              </a:defRPr>
            </a:lvl7pPr>
            <a:lvl8pPr marL="3429000" indent="-228600" eaLnBrk="0" fontAlgn="base" hangingPunct="0">
              <a:spcBef>
                <a:spcPct val="0"/>
              </a:spcBef>
              <a:spcAft>
                <a:spcPct val="0"/>
              </a:spcAft>
              <a:defRPr sz="3200" b="1">
                <a:solidFill>
                  <a:schemeClr val="tx1"/>
                </a:solidFill>
                <a:latin typeface="黑体" pitchFamily="2" charset="-122"/>
                <a:ea typeface="黑体" pitchFamily="2" charset="-122"/>
              </a:defRPr>
            </a:lvl8pPr>
            <a:lvl9pPr marL="3886200" indent="-228600" eaLnBrk="0" fontAlgn="base" hangingPunct="0">
              <a:spcBef>
                <a:spcPct val="0"/>
              </a:spcBef>
              <a:spcAft>
                <a:spcPct val="0"/>
              </a:spcAft>
              <a:defRPr sz="3200" b="1">
                <a:solidFill>
                  <a:schemeClr val="tx1"/>
                </a:solidFill>
                <a:latin typeface="黑体" pitchFamily="2" charset="-122"/>
                <a:ea typeface="黑体" pitchFamily="2" charset="-122"/>
              </a:defRPr>
            </a:lvl9pPr>
          </a:lstStyle>
          <a:p>
            <a:pPr eaLnBrk="1" hangingPunct="1"/>
            <a:r>
              <a:rPr lang="zh-CN" altLang="en-US" dirty="0">
                <a:solidFill>
                  <a:srgbClr val="FF0000"/>
                </a:solidFill>
                <a:latin typeface="Verdana" pitchFamily="34" charset="0"/>
                <a:sym typeface="宋体" pitchFamily="2" charset="-122"/>
              </a:rPr>
              <a:t>I=I</a:t>
            </a:r>
            <a:r>
              <a:rPr lang="zh-CN" altLang="en-US" baseline="-25000" dirty="0">
                <a:solidFill>
                  <a:srgbClr val="FF0000"/>
                </a:solidFill>
                <a:latin typeface="Verdana" pitchFamily="34" charset="0"/>
                <a:sym typeface="宋体" pitchFamily="2" charset="-122"/>
              </a:rPr>
              <a:t>1</a:t>
            </a:r>
            <a:r>
              <a:rPr lang="zh-CN" altLang="en-US" dirty="0">
                <a:solidFill>
                  <a:srgbClr val="FF0000"/>
                </a:solidFill>
                <a:latin typeface="Verdana" pitchFamily="34" charset="0"/>
                <a:sym typeface="宋体" pitchFamily="2" charset="-122"/>
              </a:rPr>
              <a:t>+I</a:t>
            </a:r>
            <a:r>
              <a:rPr lang="zh-CN" altLang="en-US" baseline="-25000" dirty="0">
                <a:solidFill>
                  <a:srgbClr val="FF0000"/>
                </a:solidFill>
                <a:latin typeface="Verdana" pitchFamily="34" charset="0"/>
                <a:sym typeface="宋体" pitchFamily="2" charset="-122"/>
              </a:rPr>
              <a:t>2</a:t>
            </a:r>
          </a:p>
          <a:p>
            <a:pPr eaLnBrk="1" hangingPunct="1"/>
            <a:r>
              <a:rPr lang="zh-CN" altLang="en-US" dirty="0">
                <a:latin typeface="宋体" pitchFamily="2" charset="-122"/>
                <a:sym typeface="宋体" pitchFamily="2" charset="-122"/>
              </a:rPr>
              <a:t>并联电路的总电流强度等于各支路中的电流强度之和。</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204"/>
                                        </p:tgtEl>
                                        <p:attrNameLst>
                                          <p:attrName>style.visibility</p:attrName>
                                        </p:attrNameLst>
                                      </p:cBhvr>
                                      <p:to>
                                        <p:strVal val="visible"/>
                                      </p:to>
                                    </p:set>
                                    <p:animEffect transition="in" filter="blinds(horizontal)">
                                      <p:cBhvr>
                                        <p:cTn id="7" dur="500"/>
                                        <p:tgtEl>
                                          <p:spTgt spid="8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4" grpId="0" bldLvl="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170" name="Picture 31" descr="tool"/>
          <p:cNvPicPr>
            <a:picLocks noChangeAspect="1" noChangeArrowheads="1"/>
          </p:cNvPicPr>
          <p:nvPr/>
        </p:nvPicPr>
        <p:blipFill>
          <a:blip r:embed="rId2">
            <a:extLst>
              <a:ext uri="{28A0092B-C50C-407E-A947-70E740481C1C}">
                <a14:useLocalDpi xmlns:a14="http://schemas.microsoft.com/office/drawing/2010/main" val="0"/>
              </a:ext>
            </a:extLst>
          </a:blip>
          <a:srcRect t="11871" b="7123"/>
          <a:stretch>
            <a:fillRect/>
          </a:stretch>
        </p:blipFill>
        <p:spPr bwMode="auto">
          <a:xfrm>
            <a:off x="0" y="0"/>
            <a:ext cx="914400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Rectangle 32">
            <a:hlinkClick r:id="rId3" action="ppaction://hlinksldjump"/>
          </p:cNvPr>
          <p:cNvSpPr>
            <a:spLocks noChangeArrowheads="1"/>
          </p:cNvSpPr>
          <p:nvPr/>
        </p:nvSpPr>
        <p:spPr bwMode="auto">
          <a:xfrm>
            <a:off x="1144588" y="100013"/>
            <a:ext cx="1009650" cy="157162"/>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7172" name="Rectangle 33">
            <a:hlinkClick r:id="rId4" action="ppaction://hlinksldjump"/>
          </p:cNvPr>
          <p:cNvSpPr>
            <a:spLocks noChangeArrowheads="1"/>
          </p:cNvSpPr>
          <p:nvPr/>
        </p:nvSpPr>
        <p:spPr bwMode="auto">
          <a:xfrm>
            <a:off x="231140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7173" name="Rectangle 34">
            <a:hlinkClick r:id="rId5" action="ppaction://hlinksldjump"/>
          </p:cNvPr>
          <p:cNvSpPr>
            <a:spLocks noChangeArrowheads="1"/>
          </p:cNvSpPr>
          <p:nvPr/>
        </p:nvSpPr>
        <p:spPr bwMode="auto">
          <a:xfrm>
            <a:off x="3476625"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7174" name="Rectangle 35">
            <a:hlinkClick r:id="rId6" action="ppaction://hlinksldjump"/>
          </p:cNvPr>
          <p:cNvSpPr>
            <a:spLocks noChangeArrowheads="1"/>
          </p:cNvSpPr>
          <p:nvPr/>
        </p:nvSpPr>
        <p:spPr bwMode="auto">
          <a:xfrm>
            <a:off x="462915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7175" name="Rectangle 36">
            <a:hlinkClick r:id="rId7" action="ppaction://hlinksldjump"/>
          </p:cNvPr>
          <p:cNvSpPr>
            <a:spLocks noChangeArrowheads="1"/>
          </p:cNvSpPr>
          <p:nvPr/>
        </p:nvSpPr>
        <p:spPr bwMode="auto">
          <a:xfrm>
            <a:off x="5834063" y="92075"/>
            <a:ext cx="1009650" cy="193675"/>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7176" name="Rectangle 37">
            <a:hlinkClick r:id="rId8" action="ppaction://hlinksldjump"/>
          </p:cNvPr>
          <p:cNvSpPr>
            <a:spLocks noChangeArrowheads="1"/>
          </p:cNvSpPr>
          <p:nvPr/>
        </p:nvSpPr>
        <p:spPr bwMode="auto">
          <a:xfrm>
            <a:off x="6977063"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pic>
        <p:nvPicPr>
          <p:cNvPr id="7179" name="Picture 11" descr="1"/>
          <p:cNvPicPr>
            <a:picLocks noChangeAspect="1" noChangeArrowheads="1"/>
          </p:cNvPicPr>
          <p:nvPr/>
        </p:nvPicPr>
        <p:blipFill>
          <a:blip r:embed="rId9">
            <a:extLst>
              <a:ext uri="{28A0092B-C50C-407E-A947-70E740481C1C}">
                <a14:useLocalDpi xmlns:a14="http://schemas.microsoft.com/office/drawing/2010/main" val="0"/>
              </a:ext>
            </a:extLst>
          </a:blip>
          <a:srcRect l="18467"/>
          <a:stretch>
            <a:fillRect/>
          </a:stretch>
        </p:blipFill>
        <p:spPr bwMode="auto">
          <a:xfrm>
            <a:off x="256550" y="3087712"/>
            <a:ext cx="4275168"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4" name="Text Box 12"/>
          <p:cNvSpPr txBox="1">
            <a:spLocks noChangeArrowheads="1"/>
          </p:cNvSpPr>
          <p:nvPr/>
        </p:nvSpPr>
        <p:spPr bwMode="auto">
          <a:xfrm>
            <a:off x="971600" y="1124744"/>
            <a:ext cx="4531666"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b="1">
                <a:solidFill>
                  <a:schemeClr val="tx1"/>
                </a:solidFill>
                <a:latin typeface="黑体" pitchFamily="2" charset="-122"/>
                <a:ea typeface="黑体" pitchFamily="2" charset="-122"/>
              </a:defRPr>
            </a:lvl1pPr>
            <a:lvl2pPr marL="742950" indent="-285750" eaLnBrk="0" hangingPunct="0">
              <a:defRPr sz="3200" b="1">
                <a:solidFill>
                  <a:schemeClr val="tx1"/>
                </a:solidFill>
                <a:latin typeface="黑体" pitchFamily="2" charset="-122"/>
                <a:ea typeface="黑体" pitchFamily="2" charset="-122"/>
              </a:defRPr>
            </a:lvl2pPr>
            <a:lvl3pPr marL="1143000" indent="-228600" eaLnBrk="0" hangingPunct="0">
              <a:defRPr sz="3200" b="1">
                <a:solidFill>
                  <a:schemeClr val="tx1"/>
                </a:solidFill>
                <a:latin typeface="黑体" pitchFamily="2" charset="-122"/>
                <a:ea typeface="黑体" pitchFamily="2" charset="-122"/>
              </a:defRPr>
            </a:lvl3pPr>
            <a:lvl4pPr marL="1600200" indent="-228600" eaLnBrk="0" hangingPunct="0">
              <a:defRPr sz="3200" b="1">
                <a:solidFill>
                  <a:schemeClr val="tx1"/>
                </a:solidFill>
                <a:latin typeface="黑体" pitchFamily="2" charset="-122"/>
                <a:ea typeface="黑体" pitchFamily="2" charset="-122"/>
              </a:defRPr>
            </a:lvl4pPr>
            <a:lvl5pPr marL="2057400" indent="-228600" eaLnBrk="0" hangingPunct="0">
              <a:defRPr sz="3200" b="1">
                <a:solidFill>
                  <a:schemeClr val="tx1"/>
                </a:solidFill>
                <a:latin typeface="黑体" pitchFamily="2" charset="-122"/>
                <a:ea typeface="黑体" pitchFamily="2" charset="-122"/>
              </a:defRPr>
            </a:lvl5pPr>
            <a:lvl6pPr marL="2514600" indent="-228600" eaLnBrk="0" fontAlgn="base" hangingPunct="0">
              <a:spcBef>
                <a:spcPct val="0"/>
              </a:spcBef>
              <a:spcAft>
                <a:spcPct val="0"/>
              </a:spcAft>
              <a:defRPr sz="3200" b="1">
                <a:solidFill>
                  <a:schemeClr val="tx1"/>
                </a:solidFill>
                <a:latin typeface="黑体" pitchFamily="2" charset="-122"/>
                <a:ea typeface="黑体" pitchFamily="2" charset="-122"/>
              </a:defRPr>
            </a:lvl6pPr>
            <a:lvl7pPr marL="2971800" indent="-228600" eaLnBrk="0" fontAlgn="base" hangingPunct="0">
              <a:spcBef>
                <a:spcPct val="0"/>
              </a:spcBef>
              <a:spcAft>
                <a:spcPct val="0"/>
              </a:spcAft>
              <a:defRPr sz="3200" b="1">
                <a:solidFill>
                  <a:schemeClr val="tx1"/>
                </a:solidFill>
                <a:latin typeface="黑体" pitchFamily="2" charset="-122"/>
                <a:ea typeface="黑体" pitchFamily="2" charset="-122"/>
              </a:defRPr>
            </a:lvl7pPr>
            <a:lvl8pPr marL="3429000" indent="-228600" eaLnBrk="0" fontAlgn="base" hangingPunct="0">
              <a:spcBef>
                <a:spcPct val="0"/>
              </a:spcBef>
              <a:spcAft>
                <a:spcPct val="0"/>
              </a:spcAft>
              <a:defRPr sz="3200" b="1">
                <a:solidFill>
                  <a:schemeClr val="tx1"/>
                </a:solidFill>
                <a:latin typeface="黑体" pitchFamily="2" charset="-122"/>
                <a:ea typeface="黑体" pitchFamily="2" charset="-122"/>
              </a:defRPr>
            </a:lvl8pPr>
            <a:lvl9pPr marL="3886200" indent="-228600" eaLnBrk="0" fontAlgn="base" hangingPunct="0">
              <a:spcBef>
                <a:spcPct val="0"/>
              </a:spcBef>
              <a:spcAft>
                <a:spcPct val="0"/>
              </a:spcAft>
              <a:defRPr sz="3200" b="1">
                <a:solidFill>
                  <a:schemeClr val="tx1"/>
                </a:solidFill>
                <a:latin typeface="黑体" pitchFamily="2" charset="-122"/>
                <a:ea typeface="黑体" pitchFamily="2" charset="-122"/>
              </a:defRPr>
            </a:lvl9pPr>
          </a:lstStyle>
          <a:p>
            <a:pPr eaLnBrk="1" hangingPunct="1"/>
            <a:r>
              <a:rPr lang="zh-CN" altLang="en-US" dirty="0">
                <a:latin typeface="宋体" pitchFamily="2" charset="-122"/>
                <a:sym typeface="宋体" pitchFamily="2" charset="-122"/>
              </a:rPr>
              <a:t>并联电路的总电流强度等于各支路中的电流强度之和。</a:t>
            </a:r>
            <a:endParaRPr lang="en-US" altLang="zh-CN" dirty="0">
              <a:latin typeface="宋体" pitchFamily="2" charset="-122"/>
              <a:sym typeface="宋体" pitchFamily="2" charset="-122"/>
            </a:endParaRPr>
          </a:p>
          <a:p>
            <a:pPr eaLnBrk="1" hangingPunct="1"/>
            <a:r>
              <a:rPr lang="zh-CN" altLang="en-US" dirty="0">
                <a:solidFill>
                  <a:srgbClr val="FF0000"/>
                </a:solidFill>
                <a:latin typeface="Verdana" pitchFamily="34" charset="0"/>
                <a:sym typeface="宋体" pitchFamily="2" charset="-122"/>
              </a:rPr>
              <a:t>I = I</a:t>
            </a:r>
            <a:r>
              <a:rPr lang="zh-CN" altLang="en-US" baseline="-25000" dirty="0">
                <a:solidFill>
                  <a:srgbClr val="FF0000"/>
                </a:solidFill>
                <a:latin typeface="Verdana" pitchFamily="34" charset="0"/>
                <a:sym typeface="宋体" pitchFamily="2" charset="-122"/>
              </a:rPr>
              <a:t>1 </a:t>
            </a:r>
            <a:r>
              <a:rPr lang="zh-CN" altLang="en-US" dirty="0">
                <a:solidFill>
                  <a:srgbClr val="FF0000"/>
                </a:solidFill>
                <a:latin typeface="Verdana" pitchFamily="34" charset="0"/>
                <a:sym typeface="宋体" pitchFamily="2" charset="-122"/>
              </a:rPr>
              <a:t>+ I</a:t>
            </a:r>
            <a:r>
              <a:rPr lang="zh-CN" altLang="en-US" baseline="-25000" dirty="0">
                <a:solidFill>
                  <a:srgbClr val="FF0000"/>
                </a:solidFill>
                <a:latin typeface="Verdana" pitchFamily="34" charset="0"/>
                <a:sym typeface="宋体" pitchFamily="2" charset="-122"/>
              </a:rPr>
              <a:t>2</a:t>
            </a:r>
          </a:p>
        </p:txBody>
      </p:sp>
      <p:pic>
        <p:nvPicPr>
          <p:cNvPr id="15" name="Picture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30923" y="3916387"/>
            <a:ext cx="4073525" cy="2320925"/>
          </a:xfrm>
          <a:prstGeom prst="rect">
            <a:avLst/>
          </a:prstGeom>
          <a:noFill/>
          <a:extLst>
            <a:ext uri="{909E8E84-426E-40DD-AFC4-6F175D3DCCD1}">
              <a14:hiddenFill xmlns:a14="http://schemas.microsoft.com/office/drawing/2010/main">
                <a:solidFill>
                  <a:srgbClr val="FFFFFF"/>
                </a:solidFill>
              </a14:hiddenFill>
            </a:ext>
          </a:extLst>
        </p:spPr>
      </p:pic>
      <p:sp>
        <p:nvSpPr>
          <p:cNvPr id="16" name="Line 5"/>
          <p:cNvSpPr>
            <a:spLocks noChangeShapeType="1"/>
          </p:cNvSpPr>
          <p:nvPr/>
        </p:nvSpPr>
        <p:spPr bwMode="auto">
          <a:xfrm flipV="1">
            <a:off x="7051873" y="6075387"/>
            <a:ext cx="792162"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7" name="Line 6"/>
          <p:cNvSpPr>
            <a:spLocks noChangeShapeType="1"/>
          </p:cNvSpPr>
          <p:nvPr/>
        </p:nvSpPr>
        <p:spPr bwMode="auto">
          <a:xfrm flipV="1">
            <a:off x="8347273" y="4995887"/>
            <a:ext cx="0" cy="64770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8" name="Line 7"/>
          <p:cNvSpPr>
            <a:spLocks noChangeShapeType="1"/>
          </p:cNvSpPr>
          <p:nvPr/>
        </p:nvSpPr>
        <p:spPr bwMode="auto">
          <a:xfrm flipH="1">
            <a:off x="7483673" y="4564087"/>
            <a:ext cx="792162"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9" name="Line 8"/>
          <p:cNvSpPr>
            <a:spLocks noChangeShapeType="1"/>
          </p:cNvSpPr>
          <p:nvPr/>
        </p:nvSpPr>
        <p:spPr bwMode="auto">
          <a:xfrm flipH="1">
            <a:off x="6762948" y="4132287"/>
            <a:ext cx="431800"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0" name="Line 9"/>
          <p:cNvSpPr>
            <a:spLocks noChangeShapeType="1"/>
          </p:cNvSpPr>
          <p:nvPr/>
        </p:nvSpPr>
        <p:spPr bwMode="auto">
          <a:xfrm flipH="1">
            <a:off x="6762948" y="4995887"/>
            <a:ext cx="431800"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1" name="Line 10"/>
          <p:cNvSpPr>
            <a:spLocks noChangeShapeType="1"/>
          </p:cNvSpPr>
          <p:nvPr/>
        </p:nvSpPr>
        <p:spPr bwMode="auto">
          <a:xfrm>
            <a:off x="5612010" y="4203725"/>
            <a:ext cx="0" cy="360362"/>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2" name="Line 11"/>
          <p:cNvSpPr>
            <a:spLocks noChangeShapeType="1"/>
          </p:cNvSpPr>
          <p:nvPr/>
        </p:nvSpPr>
        <p:spPr bwMode="auto">
          <a:xfrm flipV="1">
            <a:off x="5612010" y="4635525"/>
            <a:ext cx="0" cy="28892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3" name="Line 12"/>
          <p:cNvSpPr>
            <a:spLocks noChangeShapeType="1"/>
          </p:cNvSpPr>
          <p:nvPr/>
        </p:nvSpPr>
        <p:spPr bwMode="auto">
          <a:xfrm flipH="1">
            <a:off x="4603948" y="4564087"/>
            <a:ext cx="792162"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 name="Line 13"/>
          <p:cNvSpPr>
            <a:spLocks noChangeShapeType="1"/>
          </p:cNvSpPr>
          <p:nvPr/>
        </p:nvSpPr>
        <p:spPr bwMode="auto">
          <a:xfrm>
            <a:off x="4603948" y="4851425"/>
            <a:ext cx="0" cy="93662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5" name="Line 14"/>
          <p:cNvSpPr>
            <a:spLocks noChangeShapeType="1"/>
          </p:cNvSpPr>
          <p:nvPr/>
        </p:nvSpPr>
        <p:spPr bwMode="auto">
          <a:xfrm>
            <a:off x="5035748" y="6075387"/>
            <a:ext cx="935037"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Tree>
    <p:extLst>
      <p:ext uri="{BB962C8B-B14F-4D97-AF65-F5344CB8AC3E}">
        <p14:creationId xmlns:p14="http://schemas.microsoft.com/office/powerpoint/2010/main" val="41080254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down)">
                                      <p:cBhvr>
                                        <p:cTn id="11" dur="500"/>
                                        <p:tgtEl>
                                          <p:spTgt spid="17"/>
                                        </p:tgtEl>
                                      </p:cBhvr>
                                    </p:animEffect>
                                  </p:childTnLst>
                                </p:cTn>
                              </p:par>
                            </p:childTnLst>
                          </p:cTn>
                        </p:par>
                        <p:par>
                          <p:cTn id="12" fill="hold">
                            <p:stCondLst>
                              <p:cond delay="1000"/>
                            </p:stCondLst>
                            <p:childTnLst>
                              <p:par>
                                <p:cTn id="13" presetID="22" presetClass="entr" presetSubtype="2" fill="hold" grpId="0"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right)">
                                      <p:cBhvr>
                                        <p:cTn id="15" dur="500"/>
                                        <p:tgtEl>
                                          <p:spTgt spid="18"/>
                                        </p:tgtEl>
                                      </p:cBhvr>
                                    </p:animEffect>
                                  </p:childTnLst>
                                </p:cTn>
                              </p:par>
                            </p:childTnLst>
                          </p:cTn>
                        </p:par>
                        <p:par>
                          <p:cTn id="16" fill="hold">
                            <p:stCondLst>
                              <p:cond delay="1500"/>
                            </p:stCondLst>
                            <p:childTnLst>
                              <p:par>
                                <p:cTn id="17" presetID="22" presetClass="entr" presetSubtype="2" fill="hold" grpId="0"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right)">
                                      <p:cBhvr>
                                        <p:cTn id="19" dur="500"/>
                                        <p:tgtEl>
                                          <p:spTgt spid="19"/>
                                        </p:tgtEl>
                                      </p:cBhvr>
                                    </p:animEffect>
                                  </p:childTnLst>
                                </p:cTn>
                              </p:par>
                              <p:par>
                                <p:cTn id="20" presetID="22" presetClass="entr" presetSubtype="2"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right)">
                                      <p:cBhvr>
                                        <p:cTn id="22" dur="500"/>
                                        <p:tgtEl>
                                          <p:spTgt spid="20"/>
                                        </p:tgtEl>
                                      </p:cBhvr>
                                    </p:animEffect>
                                  </p:childTnLst>
                                </p:cTn>
                              </p:par>
                            </p:childTnLst>
                          </p:cTn>
                        </p:par>
                        <p:par>
                          <p:cTn id="23" fill="hold">
                            <p:stCondLst>
                              <p:cond delay="2000"/>
                            </p:stCondLst>
                            <p:childTnLst>
                              <p:par>
                                <p:cTn id="24" presetID="22" presetClass="entr" presetSubtype="1" fill="hold" grpId="0" nodeType="after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wipe(up)">
                                      <p:cBhvr>
                                        <p:cTn id="26" dur="500"/>
                                        <p:tgtEl>
                                          <p:spTgt spid="21"/>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wipe(down)">
                                      <p:cBhvr>
                                        <p:cTn id="29" dur="500"/>
                                        <p:tgtEl>
                                          <p:spTgt spid="22"/>
                                        </p:tgtEl>
                                      </p:cBhvr>
                                    </p:animEffect>
                                  </p:childTnLst>
                                </p:cTn>
                              </p:par>
                            </p:childTnLst>
                          </p:cTn>
                        </p:par>
                        <p:par>
                          <p:cTn id="30" fill="hold">
                            <p:stCondLst>
                              <p:cond delay="2500"/>
                            </p:stCondLst>
                            <p:childTnLst>
                              <p:par>
                                <p:cTn id="31" presetID="22" presetClass="entr" presetSubtype="2" fill="hold" grpId="0" nodeType="after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wipe(right)">
                                      <p:cBhvr>
                                        <p:cTn id="33" dur="500"/>
                                        <p:tgtEl>
                                          <p:spTgt spid="23"/>
                                        </p:tgtEl>
                                      </p:cBhvr>
                                    </p:animEffect>
                                  </p:childTnLst>
                                </p:cTn>
                              </p:par>
                            </p:childTnLst>
                          </p:cTn>
                        </p:par>
                        <p:par>
                          <p:cTn id="34" fill="hold">
                            <p:stCondLst>
                              <p:cond delay="3000"/>
                            </p:stCondLst>
                            <p:childTnLst>
                              <p:par>
                                <p:cTn id="35" presetID="22" presetClass="entr" presetSubtype="1" fill="hold" grpId="0" nodeType="after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up)">
                                      <p:cBhvr>
                                        <p:cTn id="37" dur="500"/>
                                        <p:tgtEl>
                                          <p:spTgt spid="24"/>
                                        </p:tgtEl>
                                      </p:cBhvr>
                                    </p:animEffect>
                                  </p:childTnLst>
                                </p:cTn>
                              </p:par>
                            </p:childTnLst>
                          </p:cTn>
                        </p:par>
                        <p:par>
                          <p:cTn id="38" fill="hold">
                            <p:stCondLst>
                              <p:cond delay="3500"/>
                            </p:stCondLst>
                            <p:childTnLst>
                              <p:par>
                                <p:cTn id="39" presetID="22" presetClass="entr" presetSubtype="8" fill="hold" grpId="0" nodeType="after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wipe(left)">
                                      <p:cBhvr>
                                        <p:cTn id="41" dur="500"/>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8204"/>
                                        </p:tgtEl>
                                        <p:attrNameLst>
                                          <p:attrName>style.visibility</p:attrName>
                                        </p:attrNameLst>
                                      </p:cBhvr>
                                      <p:to>
                                        <p:strVal val="visible"/>
                                      </p:to>
                                    </p:set>
                                    <p:animEffect transition="in" filter="blinds(horizontal)">
                                      <p:cBhvr>
                                        <p:cTn id="46" dur="500"/>
                                        <p:tgtEl>
                                          <p:spTgt spid="8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4" grpId="0" bldLvl="0" autoUpdateAnimBg="0"/>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WordArt 11"/>
          <p:cNvSpPr>
            <a:spLocks noChangeArrowheads="1" noChangeShapeType="1" noTextEdit="1"/>
          </p:cNvSpPr>
          <p:nvPr/>
        </p:nvSpPr>
        <p:spPr bwMode="auto">
          <a:xfrm>
            <a:off x="598913" y="457200"/>
            <a:ext cx="2449087" cy="609600"/>
          </a:xfrm>
          <a:prstGeom prst="rect">
            <a:avLst/>
          </a:prstGeom>
        </p:spPr>
        <p:txBody>
          <a:bodyPr wrap="none" fromWordArt="1">
            <a:prstTxWarp prst="textPlain">
              <a:avLst>
                <a:gd name="adj" fmla="val 50000"/>
              </a:avLst>
            </a:prstTxWarp>
          </a:bodyPr>
          <a:lstStyle/>
          <a:p>
            <a:pPr algn="ctr"/>
            <a:r>
              <a:rPr lang="zh-CN" altLang="en-US" sz="6600" kern="10" dirty="0">
                <a:ln w="9525">
                  <a:solidFill>
                    <a:srgbClr val="000000"/>
                  </a:solidFill>
                  <a:round/>
                  <a:headEnd/>
                  <a:tailEnd/>
                </a:ln>
                <a:solidFill>
                  <a:srgbClr val="000000"/>
                </a:solidFill>
                <a:effectLst>
                  <a:outerShdw dist="35921" dir="2700000" algn="ctr" rotWithShape="0">
                    <a:srgbClr val="808080">
                      <a:alpha val="76999"/>
                    </a:srgbClr>
                  </a:outerShdw>
                </a:effectLst>
                <a:latin typeface="黑体"/>
                <a:ea typeface="黑体"/>
              </a:rPr>
              <a:t>课内练习</a:t>
            </a:r>
            <a:endParaRPr lang="en-MY" sz="6600" kern="10" dirty="0">
              <a:ln w="9525">
                <a:solidFill>
                  <a:srgbClr val="000000"/>
                </a:solidFill>
                <a:round/>
                <a:headEnd/>
                <a:tailEnd/>
              </a:ln>
              <a:solidFill>
                <a:srgbClr val="000000"/>
              </a:solidFill>
              <a:effectLst>
                <a:outerShdw dist="35921" dir="2700000" algn="ctr" rotWithShape="0">
                  <a:srgbClr val="808080">
                    <a:alpha val="76999"/>
                  </a:srgbClr>
                </a:outerShdw>
              </a:effectLst>
              <a:latin typeface="黑体"/>
              <a:ea typeface="黑体"/>
            </a:endParaRPr>
          </a:p>
        </p:txBody>
      </p:sp>
      <p:sp>
        <p:nvSpPr>
          <p:cNvPr id="13316" name="Rectangle 32">
            <a:hlinkClick r:id="rId2" action="ppaction://hlinksldjump"/>
          </p:cNvPr>
          <p:cNvSpPr>
            <a:spLocks noChangeArrowheads="1"/>
          </p:cNvSpPr>
          <p:nvPr/>
        </p:nvSpPr>
        <p:spPr bwMode="auto">
          <a:xfrm>
            <a:off x="1144588" y="100013"/>
            <a:ext cx="1009650" cy="157162"/>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17" name="Rectangle 33">
            <a:hlinkClick r:id="rId3" action="ppaction://hlinksldjump"/>
          </p:cNvPr>
          <p:cNvSpPr>
            <a:spLocks noChangeArrowheads="1"/>
          </p:cNvSpPr>
          <p:nvPr/>
        </p:nvSpPr>
        <p:spPr bwMode="auto">
          <a:xfrm>
            <a:off x="231140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18" name="Rectangle 34">
            <a:hlinkClick r:id="rId4" action="ppaction://hlinksldjump"/>
          </p:cNvPr>
          <p:cNvSpPr>
            <a:spLocks noChangeArrowheads="1"/>
          </p:cNvSpPr>
          <p:nvPr/>
        </p:nvSpPr>
        <p:spPr bwMode="auto">
          <a:xfrm>
            <a:off x="3476625"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19" name="Rectangle 35">
            <a:hlinkClick r:id="rId5" action="ppaction://hlinksldjump"/>
          </p:cNvPr>
          <p:cNvSpPr>
            <a:spLocks noChangeArrowheads="1"/>
          </p:cNvSpPr>
          <p:nvPr/>
        </p:nvSpPr>
        <p:spPr bwMode="auto">
          <a:xfrm>
            <a:off x="462915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20" name="Rectangle 36">
            <a:hlinkClick r:id="rId6" action="ppaction://hlinksldjump"/>
          </p:cNvPr>
          <p:cNvSpPr>
            <a:spLocks noChangeArrowheads="1"/>
          </p:cNvSpPr>
          <p:nvPr/>
        </p:nvSpPr>
        <p:spPr bwMode="auto">
          <a:xfrm>
            <a:off x="5834063" y="92075"/>
            <a:ext cx="1009650" cy="193675"/>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21" name="Rectangle 37">
            <a:hlinkClick r:id="rId7" action="ppaction://hlinksldjump"/>
          </p:cNvPr>
          <p:cNvSpPr>
            <a:spLocks noChangeArrowheads="1"/>
          </p:cNvSpPr>
          <p:nvPr/>
        </p:nvSpPr>
        <p:spPr bwMode="auto">
          <a:xfrm>
            <a:off x="6977063"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2" name="TextBox 1">
            <a:extLst>
              <a:ext uri="{FF2B5EF4-FFF2-40B4-BE49-F238E27FC236}">
                <a16:creationId xmlns:a16="http://schemas.microsoft.com/office/drawing/2014/main" id="{B2FD7146-C071-8A11-3881-DA20CB53CBCC}"/>
              </a:ext>
            </a:extLst>
          </p:cNvPr>
          <p:cNvSpPr txBox="1"/>
          <p:nvPr/>
        </p:nvSpPr>
        <p:spPr>
          <a:xfrm>
            <a:off x="3476625" y="423863"/>
            <a:ext cx="1632178" cy="584775"/>
          </a:xfrm>
          <a:prstGeom prst="rect">
            <a:avLst/>
          </a:prstGeom>
          <a:noFill/>
        </p:spPr>
        <p:txBody>
          <a:bodyPr wrap="none" rtlCol="0">
            <a:spAutoFit/>
          </a:bodyPr>
          <a:lstStyle/>
          <a:p>
            <a:r>
              <a:rPr lang="en-MY" dirty="0"/>
              <a:t>p/g 120</a:t>
            </a:r>
          </a:p>
        </p:txBody>
      </p:sp>
      <p:sp>
        <p:nvSpPr>
          <p:cNvPr id="3" name="TextBox 2">
            <a:extLst>
              <a:ext uri="{FF2B5EF4-FFF2-40B4-BE49-F238E27FC236}">
                <a16:creationId xmlns:a16="http://schemas.microsoft.com/office/drawing/2014/main" id="{4B306EF2-3198-4BAA-5F16-7E5FF7A21A11}"/>
              </a:ext>
            </a:extLst>
          </p:cNvPr>
          <p:cNvSpPr txBox="1"/>
          <p:nvPr/>
        </p:nvSpPr>
        <p:spPr>
          <a:xfrm>
            <a:off x="838200" y="1524000"/>
            <a:ext cx="1475084" cy="1323439"/>
          </a:xfrm>
          <a:prstGeom prst="rect">
            <a:avLst/>
          </a:prstGeom>
          <a:noFill/>
        </p:spPr>
        <p:txBody>
          <a:bodyPr wrap="none" rtlCol="0">
            <a:spAutoFit/>
          </a:bodyPr>
          <a:lstStyle/>
          <a:p>
            <a:r>
              <a:rPr lang="zh-CN" altLang="en-US" sz="4000" dirty="0"/>
              <a:t>选择</a:t>
            </a:r>
            <a:endParaRPr lang="en-MY" altLang="zh-CN" sz="4000" dirty="0"/>
          </a:p>
          <a:p>
            <a:r>
              <a:rPr lang="en-MY" sz="4000" dirty="0"/>
              <a:t>No. 3</a:t>
            </a:r>
          </a:p>
        </p:txBody>
      </p:sp>
      <p:sp>
        <p:nvSpPr>
          <p:cNvPr id="4" name="TextBox 3">
            <a:extLst>
              <a:ext uri="{FF2B5EF4-FFF2-40B4-BE49-F238E27FC236}">
                <a16:creationId xmlns:a16="http://schemas.microsoft.com/office/drawing/2014/main" id="{79A69BAA-0C37-B455-84ED-D73D57926E25}"/>
              </a:ext>
            </a:extLst>
          </p:cNvPr>
          <p:cNvSpPr txBox="1"/>
          <p:nvPr/>
        </p:nvSpPr>
        <p:spPr>
          <a:xfrm>
            <a:off x="3099675" y="2120968"/>
            <a:ext cx="442750" cy="707886"/>
          </a:xfrm>
          <a:prstGeom prst="rect">
            <a:avLst/>
          </a:prstGeom>
          <a:noFill/>
        </p:spPr>
        <p:txBody>
          <a:bodyPr wrap="none" rtlCol="0">
            <a:spAutoFit/>
          </a:bodyPr>
          <a:lstStyle/>
          <a:p>
            <a:r>
              <a:rPr lang="en-US" altLang="zh-CN" sz="4000" dirty="0">
                <a:solidFill>
                  <a:srgbClr val="FF0000"/>
                </a:solidFill>
              </a:rPr>
              <a:t>D</a:t>
            </a:r>
            <a:endParaRPr lang="en-MY" sz="4000" dirty="0">
              <a:solidFill>
                <a:srgbClr val="FF00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9990F-304C-FB5E-3ED2-9760B170DA6A}"/>
            </a:ext>
          </a:extLst>
        </p:cNvPr>
        <p:cNvGrpSpPr/>
        <p:nvPr/>
      </p:nvGrpSpPr>
      <p:grpSpPr>
        <a:xfrm>
          <a:off x="0" y="0"/>
          <a:ext cx="0" cy="0"/>
          <a:chOff x="0" y="0"/>
          <a:chExt cx="0" cy="0"/>
        </a:xfrm>
      </p:grpSpPr>
      <p:sp>
        <p:nvSpPr>
          <p:cNvPr id="13314" name="WordArt 11">
            <a:extLst>
              <a:ext uri="{FF2B5EF4-FFF2-40B4-BE49-F238E27FC236}">
                <a16:creationId xmlns:a16="http://schemas.microsoft.com/office/drawing/2014/main" id="{73AB510F-2BCD-F865-2C3B-9320D94EA1E0}"/>
              </a:ext>
            </a:extLst>
          </p:cNvPr>
          <p:cNvSpPr>
            <a:spLocks noChangeArrowheads="1" noChangeShapeType="1" noTextEdit="1"/>
          </p:cNvSpPr>
          <p:nvPr/>
        </p:nvSpPr>
        <p:spPr bwMode="auto">
          <a:xfrm>
            <a:off x="598913" y="457200"/>
            <a:ext cx="2449087" cy="609600"/>
          </a:xfrm>
          <a:prstGeom prst="rect">
            <a:avLst/>
          </a:prstGeom>
        </p:spPr>
        <p:txBody>
          <a:bodyPr wrap="none" fromWordArt="1">
            <a:prstTxWarp prst="textPlain">
              <a:avLst>
                <a:gd name="adj" fmla="val 50000"/>
              </a:avLst>
            </a:prstTxWarp>
          </a:bodyPr>
          <a:lstStyle/>
          <a:p>
            <a:pPr algn="ctr"/>
            <a:r>
              <a:rPr lang="zh-CN" altLang="en-US" sz="6600" kern="10" dirty="0">
                <a:ln w="9525">
                  <a:solidFill>
                    <a:srgbClr val="000000"/>
                  </a:solidFill>
                  <a:round/>
                  <a:headEnd/>
                  <a:tailEnd/>
                </a:ln>
                <a:solidFill>
                  <a:srgbClr val="000000"/>
                </a:solidFill>
                <a:effectLst>
                  <a:outerShdw dist="35921" dir="2700000" algn="ctr" rotWithShape="0">
                    <a:srgbClr val="808080">
                      <a:alpha val="76999"/>
                    </a:srgbClr>
                  </a:outerShdw>
                </a:effectLst>
                <a:latin typeface="黑体"/>
                <a:ea typeface="黑体"/>
              </a:rPr>
              <a:t>作业练习</a:t>
            </a:r>
            <a:endParaRPr lang="en-MY" sz="6600" kern="10" dirty="0">
              <a:ln w="9525">
                <a:solidFill>
                  <a:srgbClr val="000000"/>
                </a:solidFill>
                <a:round/>
                <a:headEnd/>
                <a:tailEnd/>
              </a:ln>
              <a:solidFill>
                <a:srgbClr val="000000"/>
              </a:solidFill>
              <a:effectLst>
                <a:outerShdw dist="35921" dir="2700000" algn="ctr" rotWithShape="0">
                  <a:srgbClr val="808080">
                    <a:alpha val="76999"/>
                  </a:srgbClr>
                </a:outerShdw>
              </a:effectLst>
              <a:latin typeface="黑体"/>
              <a:ea typeface="黑体"/>
            </a:endParaRPr>
          </a:p>
        </p:txBody>
      </p:sp>
      <p:sp>
        <p:nvSpPr>
          <p:cNvPr id="13316" name="Rectangle 32">
            <a:hlinkClick r:id="rId2" action="ppaction://hlinksldjump"/>
            <a:extLst>
              <a:ext uri="{FF2B5EF4-FFF2-40B4-BE49-F238E27FC236}">
                <a16:creationId xmlns:a16="http://schemas.microsoft.com/office/drawing/2014/main" id="{C13C8D5B-B95A-DF24-BFC8-04C0AB36C8F3}"/>
              </a:ext>
            </a:extLst>
          </p:cNvPr>
          <p:cNvSpPr>
            <a:spLocks noChangeArrowheads="1"/>
          </p:cNvSpPr>
          <p:nvPr/>
        </p:nvSpPr>
        <p:spPr bwMode="auto">
          <a:xfrm>
            <a:off x="1144588" y="100013"/>
            <a:ext cx="1009650" cy="157162"/>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17" name="Rectangle 33">
            <a:hlinkClick r:id="rId3" action="ppaction://hlinksldjump"/>
            <a:extLst>
              <a:ext uri="{FF2B5EF4-FFF2-40B4-BE49-F238E27FC236}">
                <a16:creationId xmlns:a16="http://schemas.microsoft.com/office/drawing/2014/main" id="{311FD614-A44C-B55A-6FC2-AE4C0D17FF2A}"/>
              </a:ext>
            </a:extLst>
          </p:cNvPr>
          <p:cNvSpPr>
            <a:spLocks noChangeArrowheads="1"/>
          </p:cNvSpPr>
          <p:nvPr/>
        </p:nvSpPr>
        <p:spPr bwMode="auto">
          <a:xfrm>
            <a:off x="231140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18" name="Rectangle 34">
            <a:hlinkClick r:id="rId4" action="ppaction://hlinksldjump"/>
            <a:extLst>
              <a:ext uri="{FF2B5EF4-FFF2-40B4-BE49-F238E27FC236}">
                <a16:creationId xmlns:a16="http://schemas.microsoft.com/office/drawing/2014/main" id="{3AAEF0BA-26F5-6059-B580-F03E720BB52B}"/>
              </a:ext>
            </a:extLst>
          </p:cNvPr>
          <p:cNvSpPr>
            <a:spLocks noChangeArrowheads="1"/>
          </p:cNvSpPr>
          <p:nvPr/>
        </p:nvSpPr>
        <p:spPr bwMode="auto">
          <a:xfrm>
            <a:off x="3476625"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19" name="Rectangle 35">
            <a:hlinkClick r:id="rId5" action="ppaction://hlinksldjump"/>
            <a:extLst>
              <a:ext uri="{FF2B5EF4-FFF2-40B4-BE49-F238E27FC236}">
                <a16:creationId xmlns:a16="http://schemas.microsoft.com/office/drawing/2014/main" id="{43429822-83C7-C7FE-DF1D-55A3572A9639}"/>
              </a:ext>
            </a:extLst>
          </p:cNvPr>
          <p:cNvSpPr>
            <a:spLocks noChangeArrowheads="1"/>
          </p:cNvSpPr>
          <p:nvPr/>
        </p:nvSpPr>
        <p:spPr bwMode="auto">
          <a:xfrm>
            <a:off x="462915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20" name="Rectangle 36">
            <a:hlinkClick r:id="rId6" action="ppaction://hlinksldjump"/>
            <a:extLst>
              <a:ext uri="{FF2B5EF4-FFF2-40B4-BE49-F238E27FC236}">
                <a16:creationId xmlns:a16="http://schemas.microsoft.com/office/drawing/2014/main" id="{D7EE1A21-4D72-6A93-879A-E51CA5E519CF}"/>
              </a:ext>
            </a:extLst>
          </p:cNvPr>
          <p:cNvSpPr>
            <a:spLocks noChangeArrowheads="1"/>
          </p:cNvSpPr>
          <p:nvPr/>
        </p:nvSpPr>
        <p:spPr bwMode="auto">
          <a:xfrm>
            <a:off x="5834063" y="92075"/>
            <a:ext cx="1009650" cy="193675"/>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21" name="Rectangle 37">
            <a:hlinkClick r:id="rId7" action="ppaction://hlinksldjump"/>
            <a:extLst>
              <a:ext uri="{FF2B5EF4-FFF2-40B4-BE49-F238E27FC236}">
                <a16:creationId xmlns:a16="http://schemas.microsoft.com/office/drawing/2014/main" id="{BD836865-C170-4001-7EF1-8E1473FF7326}"/>
              </a:ext>
            </a:extLst>
          </p:cNvPr>
          <p:cNvSpPr>
            <a:spLocks noChangeArrowheads="1"/>
          </p:cNvSpPr>
          <p:nvPr/>
        </p:nvSpPr>
        <p:spPr bwMode="auto">
          <a:xfrm>
            <a:off x="6977063"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2" name="TextBox 1">
            <a:extLst>
              <a:ext uri="{FF2B5EF4-FFF2-40B4-BE49-F238E27FC236}">
                <a16:creationId xmlns:a16="http://schemas.microsoft.com/office/drawing/2014/main" id="{3989AD24-BBC1-DB51-FF37-AA6B6BAF79E6}"/>
              </a:ext>
            </a:extLst>
          </p:cNvPr>
          <p:cNvSpPr txBox="1"/>
          <p:nvPr/>
        </p:nvSpPr>
        <p:spPr>
          <a:xfrm>
            <a:off x="3476625" y="423863"/>
            <a:ext cx="1425390" cy="584775"/>
          </a:xfrm>
          <a:prstGeom prst="rect">
            <a:avLst/>
          </a:prstGeom>
          <a:noFill/>
        </p:spPr>
        <p:txBody>
          <a:bodyPr wrap="none" rtlCol="0">
            <a:spAutoFit/>
          </a:bodyPr>
          <a:lstStyle/>
          <a:p>
            <a:r>
              <a:rPr lang="en-MY" dirty="0"/>
              <a:t>p/g 87</a:t>
            </a:r>
          </a:p>
        </p:txBody>
      </p:sp>
      <p:sp>
        <p:nvSpPr>
          <p:cNvPr id="3" name="TextBox 2">
            <a:extLst>
              <a:ext uri="{FF2B5EF4-FFF2-40B4-BE49-F238E27FC236}">
                <a16:creationId xmlns:a16="http://schemas.microsoft.com/office/drawing/2014/main" id="{4DCC100D-CE1C-6A6B-958E-52F0BAF394DD}"/>
              </a:ext>
            </a:extLst>
          </p:cNvPr>
          <p:cNvSpPr txBox="1"/>
          <p:nvPr/>
        </p:nvSpPr>
        <p:spPr>
          <a:xfrm>
            <a:off x="838200" y="1524000"/>
            <a:ext cx="1733167" cy="1323439"/>
          </a:xfrm>
          <a:prstGeom prst="rect">
            <a:avLst/>
          </a:prstGeom>
          <a:noFill/>
        </p:spPr>
        <p:txBody>
          <a:bodyPr wrap="none" rtlCol="0">
            <a:spAutoFit/>
          </a:bodyPr>
          <a:lstStyle/>
          <a:p>
            <a:r>
              <a:rPr lang="zh-CN" altLang="en-US" sz="4000" dirty="0"/>
              <a:t>选择</a:t>
            </a:r>
            <a:endParaRPr lang="en-MY" altLang="zh-CN" sz="4000" dirty="0"/>
          </a:p>
          <a:p>
            <a:r>
              <a:rPr lang="en-MY" sz="4000" dirty="0"/>
              <a:t>No. 10</a:t>
            </a:r>
          </a:p>
        </p:txBody>
      </p:sp>
      <p:sp>
        <p:nvSpPr>
          <p:cNvPr id="4" name="TextBox 3">
            <a:extLst>
              <a:ext uri="{FF2B5EF4-FFF2-40B4-BE49-F238E27FC236}">
                <a16:creationId xmlns:a16="http://schemas.microsoft.com/office/drawing/2014/main" id="{7597EBF2-ADE5-520C-78D9-47A58FC9C789}"/>
              </a:ext>
            </a:extLst>
          </p:cNvPr>
          <p:cNvSpPr txBox="1"/>
          <p:nvPr/>
        </p:nvSpPr>
        <p:spPr>
          <a:xfrm>
            <a:off x="3099675" y="2120968"/>
            <a:ext cx="442750" cy="707886"/>
          </a:xfrm>
          <a:prstGeom prst="rect">
            <a:avLst/>
          </a:prstGeom>
          <a:noFill/>
        </p:spPr>
        <p:txBody>
          <a:bodyPr wrap="none" rtlCol="0">
            <a:spAutoFit/>
          </a:bodyPr>
          <a:lstStyle/>
          <a:p>
            <a:r>
              <a:rPr lang="en-US" altLang="zh-CN" sz="4000" dirty="0">
                <a:solidFill>
                  <a:srgbClr val="FF0000"/>
                </a:solidFill>
              </a:rPr>
              <a:t>C</a:t>
            </a:r>
            <a:endParaRPr lang="en-MY" sz="4000" dirty="0">
              <a:solidFill>
                <a:srgbClr val="FF0000"/>
              </a:solidFill>
            </a:endParaRPr>
          </a:p>
        </p:txBody>
      </p:sp>
    </p:spTree>
    <p:extLst>
      <p:ext uri="{BB962C8B-B14F-4D97-AF65-F5344CB8AC3E}">
        <p14:creationId xmlns:p14="http://schemas.microsoft.com/office/powerpoint/2010/main" val="32822258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571472" y="547688"/>
            <a:ext cx="4792691"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3600" dirty="0">
                <a:solidFill>
                  <a:schemeClr val="tx2"/>
                </a:solidFill>
                <a:latin typeface="Verdana" pitchFamily="34" charset="0"/>
              </a:rPr>
              <a:t>【</a:t>
            </a:r>
            <a:r>
              <a:rPr lang="zh-CN" altLang="en-US" sz="3600" dirty="0">
                <a:solidFill>
                  <a:schemeClr val="tx2"/>
                </a:solidFill>
                <a:latin typeface="Verdana" pitchFamily="34" charset="0"/>
              </a:rPr>
              <a:t>实验</a:t>
            </a:r>
            <a:r>
              <a:rPr lang="en-US" altLang="zh-CN" sz="3600" dirty="0">
                <a:solidFill>
                  <a:schemeClr val="tx2"/>
                </a:solidFill>
                <a:latin typeface="Verdana" pitchFamily="34" charset="0"/>
              </a:rPr>
              <a:t>】</a:t>
            </a:r>
            <a:r>
              <a:rPr lang="zh-CN" altLang="en-US" sz="3600" dirty="0">
                <a:solidFill>
                  <a:schemeClr val="tx2"/>
                </a:solidFill>
                <a:latin typeface="Verdana" pitchFamily="34" charset="0"/>
              </a:rPr>
              <a:t>电压</a:t>
            </a:r>
            <a:endParaRPr lang="en-US" altLang="zh-CN" sz="3600" dirty="0">
              <a:solidFill>
                <a:schemeClr val="tx2"/>
              </a:solidFill>
              <a:latin typeface="Verdana" pitchFamily="34" charset="0"/>
            </a:endParaRPr>
          </a:p>
        </p:txBody>
      </p:sp>
      <p:sp>
        <p:nvSpPr>
          <p:cNvPr id="9219" name="Text Box 3"/>
          <p:cNvSpPr txBox="1">
            <a:spLocks noChangeArrowheads="1"/>
          </p:cNvSpPr>
          <p:nvPr/>
        </p:nvSpPr>
        <p:spPr bwMode="auto">
          <a:xfrm>
            <a:off x="539750" y="1339850"/>
            <a:ext cx="813593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1"/>
                </a:solidFill>
                <a:latin typeface="黑体" pitchFamily="2" charset="-122"/>
                <a:ea typeface="黑体" pitchFamily="2" charset="-122"/>
              </a:defRPr>
            </a:lvl1pPr>
            <a:lvl2pPr marL="742950" indent="-285750" eaLnBrk="0" hangingPunct="0">
              <a:defRPr sz="3200" b="1">
                <a:solidFill>
                  <a:schemeClr val="tx1"/>
                </a:solidFill>
                <a:latin typeface="黑体" pitchFamily="2" charset="-122"/>
                <a:ea typeface="黑体" pitchFamily="2" charset="-122"/>
              </a:defRPr>
            </a:lvl2pPr>
            <a:lvl3pPr marL="1143000" indent="-228600" eaLnBrk="0" hangingPunct="0">
              <a:defRPr sz="3200" b="1">
                <a:solidFill>
                  <a:schemeClr val="tx1"/>
                </a:solidFill>
                <a:latin typeface="黑体" pitchFamily="2" charset="-122"/>
                <a:ea typeface="黑体" pitchFamily="2" charset="-122"/>
              </a:defRPr>
            </a:lvl3pPr>
            <a:lvl4pPr marL="1600200" indent="-228600" eaLnBrk="0" hangingPunct="0">
              <a:defRPr sz="3200" b="1">
                <a:solidFill>
                  <a:schemeClr val="tx1"/>
                </a:solidFill>
                <a:latin typeface="黑体" pitchFamily="2" charset="-122"/>
                <a:ea typeface="黑体" pitchFamily="2" charset="-122"/>
              </a:defRPr>
            </a:lvl4pPr>
            <a:lvl5pPr marL="2057400" indent="-228600" eaLnBrk="0" hangingPunct="0">
              <a:defRPr sz="3200" b="1">
                <a:solidFill>
                  <a:schemeClr val="tx1"/>
                </a:solidFill>
                <a:latin typeface="黑体" pitchFamily="2" charset="-122"/>
                <a:ea typeface="黑体" pitchFamily="2" charset="-122"/>
              </a:defRPr>
            </a:lvl5pPr>
            <a:lvl6pPr marL="2514600" indent="-228600" eaLnBrk="0" fontAlgn="base" hangingPunct="0">
              <a:spcBef>
                <a:spcPct val="0"/>
              </a:spcBef>
              <a:spcAft>
                <a:spcPct val="0"/>
              </a:spcAft>
              <a:defRPr sz="3200" b="1">
                <a:solidFill>
                  <a:schemeClr val="tx1"/>
                </a:solidFill>
                <a:latin typeface="黑体" pitchFamily="2" charset="-122"/>
                <a:ea typeface="黑体" pitchFamily="2" charset="-122"/>
              </a:defRPr>
            </a:lvl6pPr>
            <a:lvl7pPr marL="2971800" indent="-228600" eaLnBrk="0" fontAlgn="base" hangingPunct="0">
              <a:spcBef>
                <a:spcPct val="0"/>
              </a:spcBef>
              <a:spcAft>
                <a:spcPct val="0"/>
              </a:spcAft>
              <a:defRPr sz="3200" b="1">
                <a:solidFill>
                  <a:schemeClr val="tx1"/>
                </a:solidFill>
                <a:latin typeface="黑体" pitchFamily="2" charset="-122"/>
                <a:ea typeface="黑体" pitchFamily="2" charset="-122"/>
              </a:defRPr>
            </a:lvl7pPr>
            <a:lvl8pPr marL="3429000" indent="-228600" eaLnBrk="0" fontAlgn="base" hangingPunct="0">
              <a:spcBef>
                <a:spcPct val="0"/>
              </a:spcBef>
              <a:spcAft>
                <a:spcPct val="0"/>
              </a:spcAft>
              <a:defRPr sz="3200" b="1">
                <a:solidFill>
                  <a:schemeClr val="tx1"/>
                </a:solidFill>
                <a:latin typeface="黑体" pitchFamily="2" charset="-122"/>
                <a:ea typeface="黑体" pitchFamily="2" charset="-122"/>
              </a:defRPr>
            </a:lvl8pPr>
            <a:lvl9pPr marL="3886200" indent="-228600" eaLnBrk="0" fontAlgn="base" hangingPunct="0">
              <a:spcBef>
                <a:spcPct val="0"/>
              </a:spcBef>
              <a:spcAft>
                <a:spcPct val="0"/>
              </a:spcAft>
              <a:defRPr sz="3200" b="1">
                <a:solidFill>
                  <a:schemeClr val="tx1"/>
                </a:solidFill>
                <a:latin typeface="黑体" pitchFamily="2" charset="-122"/>
                <a:ea typeface="黑体" pitchFamily="2" charset="-122"/>
              </a:defRPr>
            </a:lvl9pPr>
          </a:lstStyle>
          <a:p>
            <a:pPr eaLnBrk="1" hangingPunct="1">
              <a:spcBef>
                <a:spcPct val="50000"/>
              </a:spcBef>
            </a:pPr>
            <a:r>
              <a:rPr lang="zh-CN" altLang="en-US" dirty="0"/>
              <a:t>照图连接并联电路。用伏特计依次测出每个小灯泡两端的电压和整个并联电路两端的电压，把测得的数值记录下来。</a:t>
            </a:r>
          </a:p>
        </p:txBody>
      </p:sp>
      <p:pic>
        <p:nvPicPr>
          <p:cNvPr id="8196" name="Picture 31" descr="tool"/>
          <p:cNvPicPr>
            <a:picLocks noChangeAspect="1" noChangeArrowheads="1"/>
          </p:cNvPicPr>
          <p:nvPr/>
        </p:nvPicPr>
        <p:blipFill>
          <a:blip r:embed="rId2">
            <a:extLst>
              <a:ext uri="{28A0092B-C50C-407E-A947-70E740481C1C}">
                <a14:useLocalDpi xmlns:a14="http://schemas.microsoft.com/office/drawing/2010/main" val="0"/>
              </a:ext>
            </a:extLst>
          </a:blip>
          <a:srcRect t="11871" b="7123"/>
          <a:stretch>
            <a:fillRect/>
          </a:stretch>
        </p:blipFill>
        <p:spPr bwMode="auto">
          <a:xfrm>
            <a:off x="0" y="0"/>
            <a:ext cx="914400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Rectangle 32">
            <a:hlinkClick r:id="rId3" action="ppaction://hlinksldjump"/>
          </p:cNvPr>
          <p:cNvSpPr>
            <a:spLocks noChangeArrowheads="1"/>
          </p:cNvSpPr>
          <p:nvPr/>
        </p:nvSpPr>
        <p:spPr bwMode="auto">
          <a:xfrm>
            <a:off x="1144588" y="100013"/>
            <a:ext cx="1009650" cy="157162"/>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8198" name="Rectangle 33">
            <a:hlinkClick r:id="rId4" action="ppaction://hlinksldjump"/>
          </p:cNvPr>
          <p:cNvSpPr>
            <a:spLocks noChangeArrowheads="1"/>
          </p:cNvSpPr>
          <p:nvPr/>
        </p:nvSpPr>
        <p:spPr bwMode="auto">
          <a:xfrm>
            <a:off x="231140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8199" name="Rectangle 34">
            <a:hlinkClick r:id="rId5" action="ppaction://hlinksldjump"/>
          </p:cNvPr>
          <p:cNvSpPr>
            <a:spLocks noChangeArrowheads="1"/>
          </p:cNvSpPr>
          <p:nvPr/>
        </p:nvSpPr>
        <p:spPr bwMode="auto">
          <a:xfrm>
            <a:off x="3476625"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8200" name="Rectangle 35">
            <a:hlinkClick r:id="rId6" action="ppaction://hlinksldjump"/>
          </p:cNvPr>
          <p:cNvSpPr>
            <a:spLocks noChangeArrowheads="1"/>
          </p:cNvSpPr>
          <p:nvPr/>
        </p:nvSpPr>
        <p:spPr bwMode="auto">
          <a:xfrm>
            <a:off x="462915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8201" name="Rectangle 36">
            <a:hlinkClick r:id="rId7" action="ppaction://hlinksldjump"/>
          </p:cNvPr>
          <p:cNvSpPr>
            <a:spLocks noChangeArrowheads="1"/>
          </p:cNvSpPr>
          <p:nvPr/>
        </p:nvSpPr>
        <p:spPr bwMode="auto">
          <a:xfrm>
            <a:off x="5834063" y="92075"/>
            <a:ext cx="1009650" cy="193675"/>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8202" name="Rectangle 37">
            <a:hlinkClick r:id="rId8" action="ppaction://hlinksldjump"/>
          </p:cNvPr>
          <p:cNvSpPr>
            <a:spLocks noChangeArrowheads="1"/>
          </p:cNvSpPr>
          <p:nvPr/>
        </p:nvSpPr>
        <p:spPr bwMode="auto">
          <a:xfrm>
            <a:off x="6977063"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pic>
        <p:nvPicPr>
          <p:cNvPr id="8203" name="Picture 11" descr="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4081" y="3212976"/>
            <a:ext cx="2814637" cy="295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8" name="Text Box 12"/>
          <p:cNvSpPr txBox="1">
            <a:spLocks noChangeArrowheads="1"/>
          </p:cNvSpPr>
          <p:nvPr/>
        </p:nvSpPr>
        <p:spPr bwMode="auto">
          <a:xfrm>
            <a:off x="4572000" y="3789363"/>
            <a:ext cx="399894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b="1">
                <a:solidFill>
                  <a:schemeClr val="tx1"/>
                </a:solidFill>
                <a:latin typeface="黑体" pitchFamily="2" charset="-122"/>
                <a:ea typeface="黑体" pitchFamily="2" charset="-122"/>
              </a:defRPr>
            </a:lvl1pPr>
            <a:lvl2pPr marL="742950" indent="-285750" eaLnBrk="0" hangingPunct="0">
              <a:defRPr sz="3200" b="1">
                <a:solidFill>
                  <a:schemeClr val="tx1"/>
                </a:solidFill>
                <a:latin typeface="黑体" pitchFamily="2" charset="-122"/>
                <a:ea typeface="黑体" pitchFamily="2" charset="-122"/>
              </a:defRPr>
            </a:lvl2pPr>
            <a:lvl3pPr marL="1143000" indent="-228600" eaLnBrk="0" hangingPunct="0">
              <a:defRPr sz="3200" b="1">
                <a:solidFill>
                  <a:schemeClr val="tx1"/>
                </a:solidFill>
                <a:latin typeface="黑体" pitchFamily="2" charset="-122"/>
                <a:ea typeface="黑体" pitchFamily="2" charset="-122"/>
              </a:defRPr>
            </a:lvl3pPr>
            <a:lvl4pPr marL="1600200" indent="-228600" eaLnBrk="0" hangingPunct="0">
              <a:defRPr sz="3200" b="1">
                <a:solidFill>
                  <a:schemeClr val="tx1"/>
                </a:solidFill>
                <a:latin typeface="黑体" pitchFamily="2" charset="-122"/>
                <a:ea typeface="黑体" pitchFamily="2" charset="-122"/>
              </a:defRPr>
            </a:lvl4pPr>
            <a:lvl5pPr marL="2057400" indent="-228600" eaLnBrk="0" hangingPunct="0">
              <a:defRPr sz="3200" b="1">
                <a:solidFill>
                  <a:schemeClr val="tx1"/>
                </a:solidFill>
                <a:latin typeface="黑体" pitchFamily="2" charset="-122"/>
                <a:ea typeface="黑体" pitchFamily="2" charset="-122"/>
              </a:defRPr>
            </a:lvl5pPr>
            <a:lvl6pPr marL="2514600" indent="-228600" eaLnBrk="0" fontAlgn="base" hangingPunct="0">
              <a:spcBef>
                <a:spcPct val="0"/>
              </a:spcBef>
              <a:spcAft>
                <a:spcPct val="0"/>
              </a:spcAft>
              <a:defRPr sz="3200" b="1">
                <a:solidFill>
                  <a:schemeClr val="tx1"/>
                </a:solidFill>
                <a:latin typeface="黑体" pitchFamily="2" charset="-122"/>
                <a:ea typeface="黑体" pitchFamily="2" charset="-122"/>
              </a:defRPr>
            </a:lvl6pPr>
            <a:lvl7pPr marL="2971800" indent="-228600" eaLnBrk="0" fontAlgn="base" hangingPunct="0">
              <a:spcBef>
                <a:spcPct val="0"/>
              </a:spcBef>
              <a:spcAft>
                <a:spcPct val="0"/>
              </a:spcAft>
              <a:defRPr sz="3200" b="1">
                <a:solidFill>
                  <a:schemeClr val="tx1"/>
                </a:solidFill>
                <a:latin typeface="黑体" pitchFamily="2" charset="-122"/>
                <a:ea typeface="黑体" pitchFamily="2" charset="-122"/>
              </a:defRPr>
            </a:lvl7pPr>
            <a:lvl8pPr marL="3429000" indent="-228600" eaLnBrk="0" fontAlgn="base" hangingPunct="0">
              <a:spcBef>
                <a:spcPct val="0"/>
              </a:spcBef>
              <a:spcAft>
                <a:spcPct val="0"/>
              </a:spcAft>
              <a:defRPr sz="3200" b="1">
                <a:solidFill>
                  <a:schemeClr val="tx1"/>
                </a:solidFill>
                <a:latin typeface="黑体" pitchFamily="2" charset="-122"/>
                <a:ea typeface="黑体" pitchFamily="2" charset="-122"/>
              </a:defRPr>
            </a:lvl8pPr>
            <a:lvl9pPr marL="3886200" indent="-228600" eaLnBrk="0" fontAlgn="base" hangingPunct="0">
              <a:spcBef>
                <a:spcPct val="0"/>
              </a:spcBef>
              <a:spcAft>
                <a:spcPct val="0"/>
              </a:spcAft>
              <a:defRPr sz="3200" b="1">
                <a:solidFill>
                  <a:schemeClr val="tx1"/>
                </a:solidFill>
                <a:latin typeface="黑体" pitchFamily="2" charset="-122"/>
                <a:ea typeface="黑体" pitchFamily="2" charset="-122"/>
              </a:defRPr>
            </a:lvl9pPr>
          </a:lstStyle>
          <a:p>
            <a:pPr eaLnBrk="1" hangingPunct="1"/>
            <a:r>
              <a:rPr lang="zh-CN" altLang="en-US" dirty="0">
                <a:solidFill>
                  <a:srgbClr val="FF0000"/>
                </a:solidFill>
                <a:latin typeface="Verdana" pitchFamily="34" charset="0"/>
                <a:sym typeface="宋体" pitchFamily="2" charset="-122"/>
              </a:rPr>
              <a:t>V=V</a:t>
            </a:r>
            <a:r>
              <a:rPr lang="zh-CN" altLang="en-US" baseline="-25000" dirty="0">
                <a:solidFill>
                  <a:srgbClr val="FF0000"/>
                </a:solidFill>
                <a:latin typeface="Verdana" pitchFamily="34" charset="0"/>
                <a:sym typeface="宋体" pitchFamily="2" charset="-122"/>
              </a:rPr>
              <a:t>1</a:t>
            </a:r>
            <a:r>
              <a:rPr lang="zh-CN" altLang="en-US" dirty="0">
                <a:solidFill>
                  <a:srgbClr val="FF0000"/>
                </a:solidFill>
                <a:latin typeface="Verdana" pitchFamily="34" charset="0"/>
                <a:sym typeface="宋体" pitchFamily="2" charset="-122"/>
              </a:rPr>
              <a:t>=V</a:t>
            </a:r>
            <a:r>
              <a:rPr lang="zh-CN" altLang="en-US" baseline="-25000" dirty="0">
                <a:solidFill>
                  <a:srgbClr val="FF0000"/>
                </a:solidFill>
                <a:latin typeface="Verdana" pitchFamily="34" charset="0"/>
                <a:sym typeface="宋体" pitchFamily="2" charset="-122"/>
              </a:rPr>
              <a:t>2</a:t>
            </a:r>
          </a:p>
          <a:p>
            <a:pPr eaLnBrk="1" hangingPunct="1"/>
            <a:r>
              <a:rPr lang="zh-CN" altLang="en-US" dirty="0">
                <a:sym typeface="宋体" pitchFamily="2" charset="-122"/>
              </a:rPr>
              <a:t>并联电路中，各支路两端的电压都相等。</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19"/>
                                        </p:tgtEl>
                                        <p:attrNameLst>
                                          <p:attrName>style.visibility</p:attrName>
                                        </p:attrNameLst>
                                      </p:cBhvr>
                                      <p:to>
                                        <p:strVal val="visible"/>
                                      </p:to>
                                    </p:set>
                                    <p:animEffect transition="in" filter="blinds(horizontal)">
                                      <p:cBhvr>
                                        <p:cTn id="7" dur="500"/>
                                        <p:tgtEl>
                                          <p:spTgt spid="92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228"/>
                                        </p:tgtEl>
                                        <p:attrNameLst>
                                          <p:attrName>style.visibility</p:attrName>
                                        </p:attrNameLst>
                                      </p:cBhvr>
                                      <p:to>
                                        <p:strVal val="visible"/>
                                      </p:to>
                                    </p:set>
                                    <p:animEffect transition="in" filter="blinds(horizontal)">
                                      <p:cBhvr>
                                        <p:cTn id="12" dur="500"/>
                                        <p:tgtEl>
                                          <p:spTgt spid="9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autoUpdateAnimBg="0"/>
      <p:bldP spid="9228" grpId="0" bldLvl="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C85FB-BB3D-1133-9C9E-247EA5D37CA4}"/>
            </a:ext>
          </a:extLst>
        </p:cNvPr>
        <p:cNvGrpSpPr/>
        <p:nvPr/>
      </p:nvGrpSpPr>
      <p:grpSpPr>
        <a:xfrm>
          <a:off x="0" y="0"/>
          <a:ext cx="0" cy="0"/>
          <a:chOff x="0" y="0"/>
          <a:chExt cx="0" cy="0"/>
        </a:xfrm>
      </p:grpSpPr>
      <p:sp>
        <p:nvSpPr>
          <p:cNvPr id="13314" name="WordArt 11">
            <a:extLst>
              <a:ext uri="{FF2B5EF4-FFF2-40B4-BE49-F238E27FC236}">
                <a16:creationId xmlns:a16="http://schemas.microsoft.com/office/drawing/2014/main" id="{747D2E27-8F0B-A5F8-3CCF-C3EEDA334F93}"/>
              </a:ext>
            </a:extLst>
          </p:cNvPr>
          <p:cNvSpPr>
            <a:spLocks noChangeArrowheads="1" noChangeShapeType="1" noTextEdit="1"/>
          </p:cNvSpPr>
          <p:nvPr/>
        </p:nvSpPr>
        <p:spPr bwMode="auto">
          <a:xfrm>
            <a:off x="598913" y="457200"/>
            <a:ext cx="2449087" cy="609600"/>
          </a:xfrm>
          <a:prstGeom prst="rect">
            <a:avLst/>
          </a:prstGeom>
        </p:spPr>
        <p:txBody>
          <a:bodyPr wrap="none" fromWordArt="1">
            <a:prstTxWarp prst="textPlain">
              <a:avLst>
                <a:gd name="adj" fmla="val 50000"/>
              </a:avLst>
            </a:prstTxWarp>
          </a:bodyPr>
          <a:lstStyle/>
          <a:p>
            <a:pPr algn="ctr"/>
            <a:r>
              <a:rPr lang="zh-CN" altLang="en-US" sz="6600" kern="10" dirty="0">
                <a:ln w="9525">
                  <a:solidFill>
                    <a:srgbClr val="000000"/>
                  </a:solidFill>
                  <a:round/>
                  <a:headEnd/>
                  <a:tailEnd/>
                </a:ln>
                <a:solidFill>
                  <a:srgbClr val="000000"/>
                </a:solidFill>
                <a:effectLst>
                  <a:outerShdw dist="35921" dir="2700000" algn="ctr" rotWithShape="0">
                    <a:srgbClr val="808080">
                      <a:alpha val="76999"/>
                    </a:srgbClr>
                  </a:outerShdw>
                </a:effectLst>
                <a:latin typeface="黑体"/>
                <a:ea typeface="黑体"/>
              </a:rPr>
              <a:t>作业练习</a:t>
            </a:r>
            <a:endParaRPr lang="en-MY" sz="6600" kern="10" dirty="0">
              <a:ln w="9525">
                <a:solidFill>
                  <a:srgbClr val="000000"/>
                </a:solidFill>
                <a:round/>
                <a:headEnd/>
                <a:tailEnd/>
              </a:ln>
              <a:solidFill>
                <a:srgbClr val="000000"/>
              </a:solidFill>
              <a:effectLst>
                <a:outerShdw dist="35921" dir="2700000" algn="ctr" rotWithShape="0">
                  <a:srgbClr val="808080">
                    <a:alpha val="76999"/>
                  </a:srgbClr>
                </a:outerShdw>
              </a:effectLst>
              <a:latin typeface="黑体"/>
              <a:ea typeface="黑体"/>
            </a:endParaRPr>
          </a:p>
        </p:txBody>
      </p:sp>
      <p:sp>
        <p:nvSpPr>
          <p:cNvPr id="13316" name="Rectangle 32">
            <a:hlinkClick r:id="rId2" action="ppaction://hlinksldjump"/>
            <a:extLst>
              <a:ext uri="{FF2B5EF4-FFF2-40B4-BE49-F238E27FC236}">
                <a16:creationId xmlns:a16="http://schemas.microsoft.com/office/drawing/2014/main" id="{A7B7A2E8-C3CD-6970-EFA8-2D814AE7FD22}"/>
              </a:ext>
            </a:extLst>
          </p:cNvPr>
          <p:cNvSpPr>
            <a:spLocks noChangeArrowheads="1"/>
          </p:cNvSpPr>
          <p:nvPr/>
        </p:nvSpPr>
        <p:spPr bwMode="auto">
          <a:xfrm>
            <a:off x="1144588" y="100013"/>
            <a:ext cx="1009650" cy="157162"/>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17" name="Rectangle 33">
            <a:hlinkClick r:id="rId3" action="ppaction://hlinksldjump"/>
            <a:extLst>
              <a:ext uri="{FF2B5EF4-FFF2-40B4-BE49-F238E27FC236}">
                <a16:creationId xmlns:a16="http://schemas.microsoft.com/office/drawing/2014/main" id="{8100B6F5-398E-6A72-84B5-5F249D8414ED}"/>
              </a:ext>
            </a:extLst>
          </p:cNvPr>
          <p:cNvSpPr>
            <a:spLocks noChangeArrowheads="1"/>
          </p:cNvSpPr>
          <p:nvPr/>
        </p:nvSpPr>
        <p:spPr bwMode="auto">
          <a:xfrm>
            <a:off x="231140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18" name="Rectangle 34">
            <a:hlinkClick r:id="rId4" action="ppaction://hlinksldjump"/>
            <a:extLst>
              <a:ext uri="{FF2B5EF4-FFF2-40B4-BE49-F238E27FC236}">
                <a16:creationId xmlns:a16="http://schemas.microsoft.com/office/drawing/2014/main" id="{269DD4FB-76FF-077B-EEBB-266CE257BE0C}"/>
              </a:ext>
            </a:extLst>
          </p:cNvPr>
          <p:cNvSpPr>
            <a:spLocks noChangeArrowheads="1"/>
          </p:cNvSpPr>
          <p:nvPr/>
        </p:nvSpPr>
        <p:spPr bwMode="auto">
          <a:xfrm>
            <a:off x="3476625"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19" name="Rectangle 35">
            <a:hlinkClick r:id="rId5" action="ppaction://hlinksldjump"/>
            <a:extLst>
              <a:ext uri="{FF2B5EF4-FFF2-40B4-BE49-F238E27FC236}">
                <a16:creationId xmlns:a16="http://schemas.microsoft.com/office/drawing/2014/main" id="{5112B9B9-A76B-F27B-C8FE-0F21641D5524}"/>
              </a:ext>
            </a:extLst>
          </p:cNvPr>
          <p:cNvSpPr>
            <a:spLocks noChangeArrowheads="1"/>
          </p:cNvSpPr>
          <p:nvPr/>
        </p:nvSpPr>
        <p:spPr bwMode="auto">
          <a:xfrm>
            <a:off x="462915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20" name="Rectangle 36">
            <a:hlinkClick r:id="rId6" action="ppaction://hlinksldjump"/>
            <a:extLst>
              <a:ext uri="{FF2B5EF4-FFF2-40B4-BE49-F238E27FC236}">
                <a16:creationId xmlns:a16="http://schemas.microsoft.com/office/drawing/2014/main" id="{43C00CD6-6782-608A-4913-7F2FF919E77C}"/>
              </a:ext>
            </a:extLst>
          </p:cNvPr>
          <p:cNvSpPr>
            <a:spLocks noChangeArrowheads="1"/>
          </p:cNvSpPr>
          <p:nvPr/>
        </p:nvSpPr>
        <p:spPr bwMode="auto">
          <a:xfrm>
            <a:off x="5834063" y="92075"/>
            <a:ext cx="1009650" cy="193675"/>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21" name="Rectangle 37">
            <a:hlinkClick r:id="rId7" action="ppaction://hlinksldjump"/>
            <a:extLst>
              <a:ext uri="{FF2B5EF4-FFF2-40B4-BE49-F238E27FC236}">
                <a16:creationId xmlns:a16="http://schemas.microsoft.com/office/drawing/2014/main" id="{251AC98B-5571-9B81-8DE0-553BDD1334C5}"/>
              </a:ext>
            </a:extLst>
          </p:cNvPr>
          <p:cNvSpPr>
            <a:spLocks noChangeArrowheads="1"/>
          </p:cNvSpPr>
          <p:nvPr/>
        </p:nvSpPr>
        <p:spPr bwMode="auto">
          <a:xfrm>
            <a:off x="6977063"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2" name="TextBox 1">
            <a:extLst>
              <a:ext uri="{FF2B5EF4-FFF2-40B4-BE49-F238E27FC236}">
                <a16:creationId xmlns:a16="http://schemas.microsoft.com/office/drawing/2014/main" id="{546B7D98-48CA-E044-C231-91B10B47165E}"/>
              </a:ext>
            </a:extLst>
          </p:cNvPr>
          <p:cNvSpPr txBox="1"/>
          <p:nvPr/>
        </p:nvSpPr>
        <p:spPr>
          <a:xfrm>
            <a:off x="3476625" y="423863"/>
            <a:ext cx="1425390" cy="584775"/>
          </a:xfrm>
          <a:prstGeom prst="rect">
            <a:avLst/>
          </a:prstGeom>
          <a:noFill/>
        </p:spPr>
        <p:txBody>
          <a:bodyPr wrap="none" rtlCol="0">
            <a:spAutoFit/>
          </a:bodyPr>
          <a:lstStyle/>
          <a:p>
            <a:r>
              <a:rPr lang="en-MY" dirty="0"/>
              <a:t>p/g 87</a:t>
            </a:r>
          </a:p>
        </p:txBody>
      </p:sp>
      <p:sp>
        <p:nvSpPr>
          <p:cNvPr id="3" name="TextBox 2">
            <a:extLst>
              <a:ext uri="{FF2B5EF4-FFF2-40B4-BE49-F238E27FC236}">
                <a16:creationId xmlns:a16="http://schemas.microsoft.com/office/drawing/2014/main" id="{EEE473A2-3C7A-16AA-605E-C61D88423C5A}"/>
              </a:ext>
            </a:extLst>
          </p:cNvPr>
          <p:cNvSpPr txBox="1"/>
          <p:nvPr/>
        </p:nvSpPr>
        <p:spPr>
          <a:xfrm>
            <a:off x="838200" y="1524000"/>
            <a:ext cx="1475084" cy="1323439"/>
          </a:xfrm>
          <a:prstGeom prst="rect">
            <a:avLst/>
          </a:prstGeom>
          <a:noFill/>
        </p:spPr>
        <p:txBody>
          <a:bodyPr wrap="none" rtlCol="0">
            <a:spAutoFit/>
          </a:bodyPr>
          <a:lstStyle/>
          <a:p>
            <a:r>
              <a:rPr lang="zh-CN" altLang="en-US" sz="4000" dirty="0"/>
              <a:t>选择</a:t>
            </a:r>
            <a:endParaRPr lang="en-MY" altLang="zh-CN" sz="4000" dirty="0"/>
          </a:p>
          <a:p>
            <a:r>
              <a:rPr lang="en-MY" sz="4000" dirty="0"/>
              <a:t>No. 9</a:t>
            </a:r>
          </a:p>
        </p:txBody>
      </p:sp>
      <p:sp>
        <p:nvSpPr>
          <p:cNvPr id="4" name="TextBox 3">
            <a:extLst>
              <a:ext uri="{FF2B5EF4-FFF2-40B4-BE49-F238E27FC236}">
                <a16:creationId xmlns:a16="http://schemas.microsoft.com/office/drawing/2014/main" id="{1B409311-BAE1-8BDE-35BB-EA3CE4889939}"/>
              </a:ext>
            </a:extLst>
          </p:cNvPr>
          <p:cNvSpPr txBox="1"/>
          <p:nvPr/>
        </p:nvSpPr>
        <p:spPr>
          <a:xfrm>
            <a:off x="3099675" y="2120968"/>
            <a:ext cx="442750" cy="707886"/>
          </a:xfrm>
          <a:prstGeom prst="rect">
            <a:avLst/>
          </a:prstGeom>
          <a:noFill/>
        </p:spPr>
        <p:txBody>
          <a:bodyPr wrap="none" rtlCol="0">
            <a:spAutoFit/>
          </a:bodyPr>
          <a:lstStyle/>
          <a:p>
            <a:r>
              <a:rPr lang="en-US" altLang="zh-CN" sz="4000" dirty="0">
                <a:solidFill>
                  <a:srgbClr val="FF0000"/>
                </a:solidFill>
              </a:rPr>
              <a:t>C</a:t>
            </a:r>
            <a:endParaRPr lang="en-MY" sz="4000" dirty="0">
              <a:solidFill>
                <a:srgbClr val="FF0000"/>
              </a:solidFill>
            </a:endParaRPr>
          </a:p>
        </p:txBody>
      </p:sp>
      <p:sp>
        <p:nvSpPr>
          <p:cNvPr id="7" name="文本框 6">
            <a:extLst>
              <a:ext uri="{FF2B5EF4-FFF2-40B4-BE49-F238E27FC236}">
                <a16:creationId xmlns:a16="http://schemas.microsoft.com/office/drawing/2014/main" id="{DF122170-FA3B-086B-DA4D-E1D9B6BA8BEA}"/>
              </a:ext>
            </a:extLst>
          </p:cNvPr>
          <p:cNvSpPr txBox="1"/>
          <p:nvPr/>
        </p:nvSpPr>
        <p:spPr>
          <a:xfrm>
            <a:off x="417099" y="3012251"/>
            <a:ext cx="8424101" cy="584775"/>
          </a:xfrm>
          <a:prstGeom prst="rect">
            <a:avLst/>
          </a:prstGeom>
          <a:noFill/>
        </p:spPr>
        <p:txBody>
          <a:bodyPr wrap="none" rtlCol="0">
            <a:spAutoFit/>
          </a:bodyPr>
          <a:lstStyle/>
          <a:p>
            <a:r>
              <a:rPr lang="zh-CN" altLang="en-US" dirty="0"/>
              <a:t>注意：旧版本作业题目可能少掉几个关键字。</a:t>
            </a:r>
            <a:endParaRPr lang="en-MY" dirty="0"/>
          </a:p>
        </p:txBody>
      </p:sp>
      <p:sp>
        <p:nvSpPr>
          <p:cNvPr id="10" name="TextBox 2">
            <a:extLst>
              <a:ext uri="{FF2B5EF4-FFF2-40B4-BE49-F238E27FC236}">
                <a16:creationId xmlns:a16="http://schemas.microsoft.com/office/drawing/2014/main" id="{15B69350-6435-3FE8-E76E-BA0C29A7F3A3}"/>
              </a:ext>
            </a:extLst>
          </p:cNvPr>
          <p:cNvSpPr txBox="1"/>
          <p:nvPr/>
        </p:nvSpPr>
        <p:spPr>
          <a:xfrm>
            <a:off x="838200" y="4317651"/>
            <a:ext cx="1733167" cy="1323439"/>
          </a:xfrm>
          <a:prstGeom prst="rect">
            <a:avLst/>
          </a:prstGeom>
          <a:noFill/>
        </p:spPr>
        <p:txBody>
          <a:bodyPr wrap="none" rtlCol="0">
            <a:spAutoFit/>
          </a:bodyPr>
          <a:lstStyle/>
          <a:p>
            <a:r>
              <a:rPr lang="zh-CN" altLang="en-US" sz="4000" dirty="0"/>
              <a:t>选择</a:t>
            </a:r>
            <a:endParaRPr lang="en-MY" altLang="zh-CN" sz="4000" dirty="0"/>
          </a:p>
          <a:p>
            <a:r>
              <a:rPr lang="en-MY" sz="4000" dirty="0"/>
              <a:t>No. 11</a:t>
            </a:r>
          </a:p>
        </p:txBody>
      </p:sp>
      <p:sp>
        <p:nvSpPr>
          <p:cNvPr id="11" name="TextBox 3">
            <a:extLst>
              <a:ext uri="{FF2B5EF4-FFF2-40B4-BE49-F238E27FC236}">
                <a16:creationId xmlns:a16="http://schemas.microsoft.com/office/drawing/2014/main" id="{76124153-A580-9233-49E6-EBE9778B1F93}"/>
              </a:ext>
            </a:extLst>
          </p:cNvPr>
          <p:cNvSpPr txBox="1"/>
          <p:nvPr/>
        </p:nvSpPr>
        <p:spPr>
          <a:xfrm>
            <a:off x="3099675" y="4914619"/>
            <a:ext cx="442750" cy="707886"/>
          </a:xfrm>
          <a:prstGeom prst="rect">
            <a:avLst/>
          </a:prstGeom>
          <a:noFill/>
        </p:spPr>
        <p:txBody>
          <a:bodyPr wrap="none" rtlCol="0">
            <a:spAutoFit/>
          </a:bodyPr>
          <a:lstStyle/>
          <a:p>
            <a:r>
              <a:rPr lang="en-US" altLang="zh-CN" sz="4000" dirty="0">
                <a:solidFill>
                  <a:srgbClr val="FF0000"/>
                </a:solidFill>
              </a:rPr>
              <a:t>B</a:t>
            </a:r>
            <a:endParaRPr lang="en-MY" sz="4000" dirty="0">
              <a:solidFill>
                <a:srgbClr val="FF0000"/>
              </a:solidFill>
            </a:endParaRPr>
          </a:p>
        </p:txBody>
      </p:sp>
    </p:spTree>
    <p:extLst>
      <p:ext uri="{BB962C8B-B14F-4D97-AF65-F5344CB8AC3E}">
        <p14:creationId xmlns:p14="http://schemas.microsoft.com/office/powerpoint/2010/main" val="20861351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218" name="Picture 31" descr="tool"/>
          <p:cNvPicPr>
            <a:picLocks noChangeAspect="1" noChangeArrowheads="1"/>
          </p:cNvPicPr>
          <p:nvPr/>
        </p:nvPicPr>
        <p:blipFill>
          <a:blip r:embed="rId2">
            <a:extLst>
              <a:ext uri="{28A0092B-C50C-407E-A947-70E740481C1C}">
                <a14:useLocalDpi xmlns:a14="http://schemas.microsoft.com/office/drawing/2010/main" val="0"/>
              </a:ext>
            </a:extLst>
          </a:blip>
          <a:srcRect t="11871" b="7123"/>
          <a:stretch>
            <a:fillRect/>
          </a:stretch>
        </p:blipFill>
        <p:spPr bwMode="auto">
          <a:xfrm>
            <a:off x="0" y="0"/>
            <a:ext cx="914400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Rectangle 32">
            <a:hlinkClick r:id="rId3" action="ppaction://hlinksldjump"/>
          </p:cNvPr>
          <p:cNvSpPr>
            <a:spLocks noChangeArrowheads="1"/>
          </p:cNvSpPr>
          <p:nvPr/>
        </p:nvSpPr>
        <p:spPr bwMode="auto">
          <a:xfrm>
            <a:off x="1144588" y="100013"/>
            <a:ext cx="1009650" cy="157162"/>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9220" name="Rectangle 33">
            <a:hlinkClick r:id="rId4" action="ppaction://hlinksldjump"/>
          </p:cNvPr>
          <p:cNvSpPr>
            <a:spLocks noChangeArrowheads="1"/>
          </p:cNvSpPr>
          <p:nvPr/>
        </p:nvSpPr>
        <p:spPr bwMode="auto">
          <a:xfrm>
            <a:off x="231140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9221" name="Rectangle 34">
            <a:hlinkClick r:id="rId5" action="ppaction://hlinksldjump"/>
          </p:cNvPr>
          <p:cNvSpPr>
            <a:spLocks noChangeArrowheads="1"/>
          </p:cNvSpPr>
          <p:nvPr/>
        </p:nvSpPr>
        <p:spPr bwMode="auto">
          <a:xfrm>
            <a:off x="3476625"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9222" name="Rectangle 35">
            <a:hlinkClick r:id="rId6" action="ppaction://hlinksldjump"/>
          </p:cNvPr>
          <p:cNvSpPr>
            <a:spLocks noChangeArrowheads="1"/>
          </p:cNvSpPr>
          <p:nvPr/>
        </p:nvSpPr>
        <p:spPr bwMode="auto">
          <a:xfrm>
            <a:off x="462915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9223" name="Rectangle 36">
            <a:hlinkClick r:id="rId7" action="ppaction://hlinksldjump"/>
          </p:cNvPr>
          <p:cNvSpPr>
            <a:spLocks noChangeArrowheads="1"/>
          </p:cNvSpPr>
          <p:nvPr/>
        </p:nvSpPr>
        <p:spPr bwMode="auto">
          <a:xfrm>
            <a:off x="5834063" y="92075"/>
            <a:ext cx="1009650" cy="193675"/>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9224" name="Rectangle 37">
            <a:hlinkClick r:id="rId8" action="ppaction://hlinksldjump"/>
          </p:cNvPr>
          <p:cNvSpPr>
            <a:spLocks noChangeArrowheads="1"/>
          </p:cNvSpPr>
          <p:nvPr/>
        </p:nvSpPr>
        <p:spPr bwMode="auto">
          <a:xfrm>
            <a:off x="6977063"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9225" name="Rectangle 9"/>
          <p:cNvSpPr>
            <a:spLocks noChangeArrowheads="1"/>
          </p:cNvSpPr>
          <p:nvPr/>
        </p:nvSpPr>
        <p:spPr bwMode="auto">
          <a:xfrm>
            <a:off x="379413" y="549275"/>
            <a:ext cx="8497887" cy="403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zh-CN" altLang="en-US" dirty="0"/>
              <a:t>根据欧姆定律:   I</a:t>
            </a:r>
            <a:r>
              <a:rPr lang="zh-CN" altLang="en-US" baseline="-25000" dirty="0"/>
              <a:t>1</a:t>
            </a:r>
            <a:r>
              <a:rPr lang="zh-CN" altLang="en-US" dirty="0"/>
              <a:t>= </a:t>
            </a:r>
            <a:r>
              <a:rPr lang="en-US" altLang="zh-CN" dirty="0"/>
              <a:t>V</a:t>
            </a:r>
            <a:r>
              <a:rPr lang="zh-CN" altLang="en-US" dirty="0"/>
              <a:t>/ R</a:t>
            </a:r>
            <a:r>
              <a:rPr lang="zh-CN" altLang="en-US" baseline="-25000" dirty="0"/>
              <a:t>1 </a:t>
            </a:r>
            <a:r>
              <a:rPr lang="zh-CN" altLang="en-US" dirty="0"/>
              <a:t>  I</a:t>
            </a:r>
            <a:r>
              <a:rPr lang="zh-CN" altLang="en-US" baseline="-25000" dirty="0"/>
              <a:t>2</a:t>
            </a:r>
            <a:r>
              <a:rPr lang="zh-CN" altLang="en-US" dirty="0"/>
              <a:t>= </a:t>
            </a:r>
            <a:r>
              <a:rPr lang="en-US" altLang="zh-CN" dirty="0"/>
              <a:t>V</a:t>
            </a:r>
            <a:r>
              <a:rPr lang="zh-CN" altLang="en-US" dirty="0"/>
              <a:t> / R</a:t>
            </a:r>
            <a:r>
              <a:rPr lang="zh-CN" altLang="en-US" baseline="-25000" dirty="0"/>
              <a:t>2</a:t>
            </a:r>
            <a:r>
              <a:rPr lang="zh-CN" altLang="en-US" dirty="0"/>
              <a:t>    </a:t>
            </a:r>
            <a:endParaRPr lang="en-US" altLang="zh-CN" dirty="0"/>
          </a:p>
          <a:p>
            <a:pPr eaLnBrk="0" hangingPunct="0"/>
            <a:r>
              <a:rPr lang="en-US" altLang="zh-CN" dirty="0"/>
              <a:t>                </a:t>
            </a:r>
            <a:r>
              <a:rPr lang="zh-CN" altLang="en-US" dirty="0"/>
              <a:t>I</a:t>
            </a:r>
            <a:r>
              <a:rPr lang="zh-CN" altLang="en-US" baseline="-25000" dirty="0"/>
              <a:t>总</a:t>
            </a:r>
            <a:r>
              <a:rPr lang="zh-CN" altLang="en-US" dirty="0"/>
              <a:t>= </a:t>
            </a:r>
            <a:r>
              <a:rPr lang="en-US" altLang="zh-CN" dirty="0"/>
              <a:t>V</a:t>
            </a:r>
            <a:r>
              <a:rPr lang="zh-CN" altLang="en-US" dirty="0"/>
              <a:t>/ R</a:t>
            </a:r>
            <a:r>
              <a:rPr lang="zh-CN" altLang="en-US" baseline="-25000" dirty="0"/>
              <a:t>总     </a:t>
            </a:r>
            <a:r>
              <a:rPr lang="zh-CN" altLang="en-US" dirty="0"/>
              <a:t>且    </a:t>
            </a:r>
            <a:endParaRPr lang="en-US" altLang="zh-CN" dirty="0"/>
          </a:p>
          <a:p>
            <a:pPr eaLnBrk="0" hangingPunct="0"/>
            <a:r>
              <a:rPr lang="en-US" altLang="zh-CN" dirty="0"/>
              <a:t>	</a:t>
            </a:r>
            <a:r>
              <a:rPr lang="zh-CN" altLang="en-US" dirty="0"/>
              <a:t>且 </a:t>
            </a:r>
            <a:r>
              <a:rPr lang="en-US" altLang="zh-CN" dirty="0"/>
              <a:t>	   </a:t>
            </a:r>
            <a:r>
              <a:rPr lang="zh-CN" altLang="en-US" dirty="0"/>
              <a:t>I</a:t>
            </a:r>
            <a:r>
              <a:rPr lang="zh-CN" altLang="en-US" baseline="-25000" dirty="0"/>
              <a:t>总</a:t>
            </a:r>
            <a:r>
              <a:rPr lang="zh-CN" altLang="en-US" dirty="0"/>
              <a:t>= I</a:t>
            </a:r>
            <a:r>
              <a:rPr lang="zh-CN" altLang="en-US" baseline="-25000" dirty="0"/>
              <a:t>1</a:t>
            </a:r>
            <a:r>
              <a:rPr lang="zh-CN" altLang="en-US" dirty="0"/>
              <a:t>   </a:t>
            </a:r>
            <a:r>
              <a:rPr lang="en-US" altLang="zh-CN" dirty="0"/>
              <a:t>+</a:t>
            </a:r>
            <a:r>
              <a:rPr lang="zh-CN" altLang="en-US" dirty="0"/>
              <a:t>  I</a:t>
            </a:r>
            <a:r>
              <a:rPr lang="zh-CN" altLang="en-US" baseline="-25000" dirty="0"/>
              <a:t>2</a:t>
            </a:r>
            <a:r>
              <a:rPr lang="zh-CN" altLang="en-US" dirty="0"/>
              <a:t> </a:t>
            </a:r>
          </a:p>
          <a:p>
            <a:pPr eaLnBrk="0" hangingPunct="0"/>
            <a:r>
              <a:rPr lang="zh-CN" altLang="en-US" dirty="0"/>
              <a:t>    所以 </a:t>
            </a:r>
            <a:r>
              <a:rPr lang="en-US" altLang="zh-CN" dirty="0"/>
              <a:t>V</a:t>
            </a:r>
            <a:r>
              <a:rPr lang="zh-CN" altLang="en-US" dirty="0"/>
              <a:t>/ R</a:t>
            </a:r>
            <a:r>
              <a:rPr lang="zh-CN" altLang="en-US" baseline="-25000" dirty="0"/>
              <a:t>总</a:t>
            </a:r>
            <a:r>
              <a:rPr lang="zh-CN" altLang="en-US" dirty="0"/>
              <a:t>= </a:t>
            </a:r>
            <a:r>
              <a:rPr lang="en-US" altLang="zh-CN" dirty="0"/>
              <a:t>V</a:t>
            </a:r>
            <a:r>
              <a:rPr lang="zh-CN" altLang="en-US" dirty="0"/>
              <a:t>/ R</a:t>
            </a:r>
            <a:r>
              <a:rPr lang="zh-CN" altLang="en-US" baseline="-25000" dirty="0"/>
              <a:t>1</a:t>
            </a:r>
            <a:r>
              <a:rPr lang="zh-CN" altLang="en-US" dirty="0"/>
              <a:t>+ </a:t>
            </a:r>
            <a:r>
              <a:rPr lang="en-US" altLang="zh-CN" dirty="0"/>
              <a:t>V</a:t>
            </a:r>
            <a:r>
              <a:rPr lang="zh-CN" altLang="en-US" dirty="0"/>
              <a:t>/R</a:t>
            </a:r>
            <a:r>
              <a:rPr lang="zh-CN" altLang="en-US" baseline="-25000" dirty="0"/>
              <a:t>2                 </a:t>
            </a:r>
          </a:p>
          <a:p>
            <a:pPr eaLnBrk="0" hangingPunct="0"/>
            <a:r>
              <a:rPr lang="zh-CN" altLang="en-US" dirty="0"/>
              <a:t>        1/ R</a:t>
            </a:r>
            <a:r>
              <a:rPr lang="zh-CN" altLang="en-US" baseline="-25000" dirty="0"/>
              <a:t>总</a:t>
            </a:r>
            <a:r>
              <a:rPr lang="zh-CN" altLang="en-US" dirty="0"/>
              <a:t>=1/R</a:t>
            </a:r>
            <a:r>
              <a:rPr lang="zh-CN" altLang="en-US" baseline="-25000" dirty="0"/>
              <a:t>1</a:t>
            </a:r>
            <a:r>
              <a:rPr lang="zh-CN" altLang="en-US" dirty="0"/>
              <a:t> </a:t>
            </a:r>
            <a:r>
              <a:rPr lang="en-US" altLang="zh-CN" dirty="0"/>
              <a:t>+ </a:t>
            </a:r>
            <a:r>
              <a:rPr lang="zh-CN" altLang="en-US" dirty="0"/>
              <a:t>1/ R</a:t>
            </a:r>
            <a:r>
              <a:rPr lang="zh-CN" altLang="en-US" baseline="-25000" dirty="0"/>
              <a:t>2</a:t>
            </a:r>
          </a:p>
          <a:p>
            <a:pPr eaLnBrk="0" hangingPunct="0"/>
            <a:r>
              <a:rPr lang="zh-CN" altLang="en-US" dirty="0"/>
              <a:t>结论：</a:t>
            </a:r>
            <a:r>
              <a:rPr lang="zh-CN" altLang="en-US" dirty="0">
                <a:highlight>
                  <a:srgbClr val="FFFF00"/>
                </a:highlight>
              </a:rPr>
              <a:t>并联电路的总电阻的倒数，等于各并联电阻的倒数之和</a:t>
            </a:r>
            <a:r>
              <a:rPr lang="zh-CN" altLang="en-US" dirty="0"/>
              <a:t>。</a:t>
            </a:r>
          </a:p>
          <a:p>
            <a:pPr eaLnBrk="0" hangingPunct="0"/>
            <a:r>
              <a:rPr lang="zh-CN" altLang="en-US" dirty="0"/>
              <a:t>即： </a:t>
            </a:r>
          </a:p>
        </p:txBody>
      </p:sp>
      <p:grpSp>
        <p:nvGrpSpPr>
          <p:cNvPr id="2" name="Group 10"/>
          <p:cNvGrpSpPr>
            <a:grpSpLocks/>
          </p:cNvGrpSpPr>
          <p:nvPr/>
        </p:nvGrpSpPr>
        <p:grpSpPr bwMode="auto">
          <a:xfrm>
            <a:off x="1071563" y="4429125"/>
            <a:ext cx="7045325" cy="1781175"/>
            <a:chOff x="0" y="0"/>
            <a:chExt cx="2676" cy="514"/>
          </a:xfrm>
        </p:grpSpPr>
        <p:graphicFrame>
          <p:nvGraphicFramePr>
            <p:cNvPr id="9227" name="Object 11"/>
            <p:cNvGraphicFramePr>
              <a:graphicFrameLocks noChangeAspect="1"/>
            </p:cNvGraphicFramePr>
            <p:nvPr/>
          </p:nvGraphicFramePr>
          <p:xfrm>
            <a:off x="0" y="0"/>
            <a:ext cx="1043" cy="514"/>
          </p:xfrm>
          <a:graphic>
            <a:graphicData uri="http://schemas.openxmlformats.org/presentationml/2006/ole">
              <mc:AlternateContent xmlns:mc="http://schemas.openxmlformats.org/markup-compatibility/2006">
                <mc:Choice xmlns:v="urn:schemas-microsoft-com:vml" Requires="v">
                  <p:oleObj r:id="rId9" imgW="901700" imgH="444500" progId="">
                    <p:embed/>
                  </p:oleObj>
                </mc:Choice>
                <mc:Fallback>
                  <p:oleObj r:id="rId9" imgW="901700" imgH="444500" progId="">
                    <p:embed/>
                    <p:pic>
                      <p:nvPicPr>
                        <p:cNvPr id="0" name="Picture 4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043" cy="5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8" name="Object 12"/>
            <p:cNvGraphicFramePr>
              <a:graphicFrameLocks noChangeAspect="1"/>
            </p:cNvGraphicFramePr>
            <p:nvPr/>
          </p:nvGraphicFramePr>
          <p:xfrm>
            <a:off x="1769" y="0"/>
            <a:ext cx="907" cy="460"/>
          </p:xfrm>
          <a:graphic>
            <a:graphicData uri="http://schemas.openxmlformats.org/presentationml/2006/ole">
              <mc:AlternateContent xmlns:mc="http://schemas.openxmlformats.org/markup-compatibility/2006">
                <mc:Choice xmlns:v="urn:schemas-microsoft-com:vml" Requires="v">
                  <p:oleObj name="Equation" r:id="rId11" imgW="850531" imgH="431613" progId="">
                    <p:embed/>
                  </p:oleObj>
                </mc:Choice>
                <mc:Fallback>
                  <p:oleObj name="Equation" r:id="rId11" imgW="850531" imgH="431613" progId="">
                    <p:embed/>
                    <p:pic>
                      <p:nvPicPr>
                        <p:cNvPr id="0" name="Picture 4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69" y="0"/>
                          <a:ext cx="907" cy="4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29" name="Text Box 13"/>
            <p:cNvSpPr txBox="1">
              <a:spLocks noChangeArrowheads="1"/>
            </p:cNvSpPr>
            <p:nvPr/>
          </p:nvSpPr>
          <p:spPr bwMode="auto">
            <a:xfrm>
              <a:off x="1212" y="78"/>
              <a:ext cx="27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1"/>
                  </a:solidFill>
                  <a:latin typeface="黑体" pitchFamily="2" charset="-122"/>
                  <a:ea typeface="黑体" pitchFamily="2" charset="-122"/>
                </a:defRPr>
              </a:lvl1pPr>
              <a:lvl2pPr marL="742950" indent="-285750" eaLnBrk="0" hangingPunct="0">
                <a:defRPr sz="3200" b="1">
                  <a:solidFill>
                    <a:schemeClr val="tx1"/>
                  </a:solidFill>
                  <a:latin typeface="黑体" pitchFamily="2" charset="-122"/>
                  <a:ea typeface="黑体" pitchFamily="2" charset="-122"/>
                </a:defRPr>
              </a:lvl2pPr>
              <a:lvl3pPr marL="1143000" indent="-228600" eaLnBrk="0" hangingPunct="0">
                <a:defRPr sz="3200" b="1">
                  <a:solidFill>
                    <a:schemeClr val="tx1"/>
                  </a:solidFill>
                  <a:latin typeface="黑体" pitchFamily="2" charset="-122"/>
                  <a:ea typeface="黑体" pitchFamily="2" charset="-122"/>
                </a:defRPr>
              </a:lvl3pPr>
              <a:lvl4pPr marL="1600200" indent="-228600" eaLnBrk="0" hangingPunct="0">
                <a:defRPr sz="3200" b="1">
                  <a:solidFill>
                    <a:schemeClr val="tx1"/>
                  </a:solidFill>
                  <a:latin typeface="黑体" pitchFamily="2" charset="-122"/>
                  <a:ea typeface="黑体" pitchFamily="2" charset="-122"/>
                </a:defRPr>
              </a:lvl4pPr>
              <a:lvl5pPr marL="2057400" indent="-228600" eaLnBrk="0" hangingPunct="0">
                <a:defRPr sz="3200" b="1">
                  <a:solidFill>
                    <a:schemeClr val="tx1"/>
                  </a:solidFill>
                  <a:latin typeface="黑体" pitchFamily="2" charset="-122"/>
                  <a:ea typeface="黑体" pitchFamily="2" charset="-122"/>
                </a:defRPr>
              </a:lvl5pPr>
              <a:lvl6pPr marL="2514600" indent="-228600" eaLnBrk="0" fontAlgn="base" hangingPunct="0">
                <a:spcBef>
                  <a:spcPct val="0"/>
                </a:spcBef>
                <a:spcAft>
                  <a:spcPct val="0"/>
                </a:spcAft>
                <a:defRPr sz="3200" b="1">
                  <a:solidFill>
                    <a:schemeClr val="tx1"/>
                  </a:solidFill>
                  <a:latin typeface="黑体" pitchFamily="2" charset="-122"/>
                  <a:ea typeface="黑体" pitchFamily="2" charset="-122"/>
                </a:defRPr>
              </a:lvl6pPr>
              <a:lvl7pPr marL="2971800" indent="-228600" eaLnBrk="0" fontAlgn="base" hangingPunct="0">
                <a:spcBef>
                  <a:spcPct val="0"/>
                </a:spcBef>
                <a:spcAft>
                  <a:spcPct val="0"/>
                </a:spcAft>
                <a:defRPr sz="3200" b="1">
                  <a:solidFill>
                    <a:schemeClr val="tx1"/>
                  </a:solidFill>
                  <a:latin typeface="黑体" pitchFamily="2" charset="-122"/>
                  <a:ea typeface="黑体" pitchFamily="2" charset="-122"/>
                </a:defRPr>
              </a:lvl7pPr>
              <a:lvl8pPr marL="3429000" indent="-228600" eaLnBrk="0" fontAlgn="base" hangingPunct="0">
                <a:spcBef>
                  <a:spcPct val="0"/>
                </a:spcBef>
                <a:spcAft>
                  <a:spcPct val="0"/>
                </a:spcAft>
                <a:defRPr sz="3200" b="1">
                  <a:solidFill>
                    <a:schemeClr val="tx1"/>
                  </a:solidFill>
                  <a:latin typeface="黑体" pitchFamily="2" charset="-122"/>
                  <a:ea typeface="黑体" pitchFamily="2" charset="-122"/>
                </a:defRPr>
              </a:lvl8pPr>
              <a:lvl9pPr marL="3886200" indent="-228600" eaLnBrk="0" fontAlgn="base" hangingPunct="0">
                <a:spcBef>
                  <a:spcPct val="0"/>
                </a:spcBef>
                <a:spcAft>
                  <a:spcPct val="0"/>
                </a:spcAft>
                <a:defRPr sz="3200" b="1">
                  <a:solidFill>
                    <a:schemeClr val="tx1"/>
                  </a:solidFill>
                  <a:latin typeface="黑体" pitchFamily="2" charset="-122"/>
                  <a:ea typeface="黑体" pitchFamily="2" charset="-122"/>
                </a:defRPr>
              </a:lvl9pPr>
            </a:lstStyle>
            <a:p>
              <a:r>
                <a:rPr lang="zh-CN" sz="3600" b="0">
                  <a:latin typeface="Arial" charset="0"/>
                </a:rPr>
                <a:t>或</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9225">
                                            <p:txEl>
                                              <p:pRg st="0" end="0"/>
                                            </p:txEl>
                                          </p:spTgt>
                                        </p:tgtEl>
                                        <p:attrNameLst>
                                          <p:attrName>style.visibility</p:attrName>
                                        </p:attrNameLst>
                                      </p:cBhvr>
                                      <p:to>
                                        <p:strVal val="visible"/>
                                      </p:to>
                                    </p:set>
                                    <p:anim calcmode="lin" valueType="num">
                                      <p:cBhvr additive="base">
                                        <p:cTn id="7" dur="500" fill="hold"/>
                                        <p:tgtEl>
                                          <p:spTgt spid="922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22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9225">
                                            <p:txEl>
                                              <p:pRg st="1" end="1"/>
                                            </p:txEl>
                                          </p:spTgt>
                                        </p:tgtEl>
                                        <p:attrNameLst>
                                          <p:attrName>style.visibility</p:attrName>
                                        </p:attrNameLst>
                                      </p:cBhvr>
                                      <p:to>
                                        <p:strVal val="visible"/>
                                      </p:to>
                                    </p:set>
                                    <p:anim calcmode="lin" valueType="num">
                                      <p:cBhvr additive="base">
                                        <p:cTn id="13" dur="500" fill="hold"/>
                                        <p:tgtEl>
                                          <p:spTgt spid="922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922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9225">
                                            <p:txEl>
                                              <p:pRg st="2" end="2"/>
                                            </p:txEl>
                                          </p:spTgt>
                                        </p:tgtEl>
                                        <p:attrNameLst>
                                          <p:attrName>style.visibility</p:attrName>
                                        </p:attrNameLst>
                                      </p:cBhvr>
                                      <p:to>
                                        <p:strVal val="visible"/>
                                      </p:to>
                                    </p:set>
                                    <p:anim calcmode="lin" valueType="num">
                                      <p:cBhvr additive="base">
                                        <p:cTn id="19" dur="500" fill="hold"/>
                                        <p:tgtEl>
                                          <p:spTgt spid="922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922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9225">
                                            <p:txEl>
                                              <p:pRg st="3" end="3"/>
                                            </p:txEl>
                                          </p:spTgt>
                                        </p:tgtEl>
                                        <p:attrNameLst>
                                          <p:attrName>style.visibility</p:attrName>
                                        </p:attrNameLst>
                                      </p:cBhvr>
                                      <p:to>
                                        <p:strVal val="visible"/>
                                      </p:to>
                                    </p:set>
                                    <p:anim calcmode="lin" valueType="num">
                                      <p:cBhvr additive="base">
                                        <p:cTn id="25" dur="500" fill="hold"/>
                                        <p:tgtEl>
                                          <p:spTgt spid="922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922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9225">
                                            <p:txEl>
                                              <p:pRg st="4" end="4"/>
                                            </p:txEl>
                                          </p:spTgt>
                                        </p:tgtEl>
                                        <p:attrNameLst>
                                          <p:attrName>style.visibility</p:attrName>
                                        </p:attrNameLst>
                                      </p:cBhvr>
                                      <p:to>
                                        <p:strVal val="visible"/>
                                      </p:to>
                                    </p:set>
                                    <p:anim calcmode="lin" valueType="num">
                                      <p:cBhvr additive="base">
                                        <p:cTn id="31" dur="500" fill="hold"/>
                                        <p:tgtEl>
                                          <p:spTgt spid="9225">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922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9225">
                                            <p:txEl>
                                              <p:pRg st="5" end="5"/>
                                            </p:txEl>
                                          </p:spTgt>
                                        </p:tgtEl>
                                        <p:attrNameLst>
                                          <p:attrName>style.visibility</p:attrName>
                                        </p:attrNameLst>
                                      </p:cBhvr>
                                      <p:to>
                                        <p:strVal val="visible"/>
                                      </p:to>
                                    </p:set>
                                    <p:anim calcmode="lin" valueType="num">
                                      <p:cBhvr additive="base">
                                        <p:cTn id="37" dur="500" fill="hold"/>
                                        <p:tgtEl>
                                          <p:spTgt spid="9225">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922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9225">
                                            <p:txEl>
                                              <p:pRg st="6" end="6"/>
                                            </p:txEl>
                                          </p:spTgt>
                                        </p:tgtEl>
                                        <p:attrNameLst>
                                          <p:attrName>style.visibility</p:attrName>
                                        </p:attrNameLst>
                                      </p:cBhvr>
                                      <p:to>
                                        <p:strVal val="visible"/>
                                      </p:to>
                                    </p:set>
                                    <p:anim calcmode="lin" valueType="num">
                                      <p:cBhvr additive="base">
                                        <p:cTn id="43" dur="500" fill="hold"/>
                                        <p:tgtEl>
                                          <p:spTgt spid="9225">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922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5" presetClass="entr" presetSubtype="10" fill="hold" nodeType="clickEffect">
                                  <p:stCondLst>
                                    <p:cond delay="0"/>
                                  </p:stCondLst>
                                  <p:childTnLst>
                                    <p:set>
                                      <p:cBhvr>
                                        <p:cTn id="48" dur="1" fill="hold">
                                          <p:stCondLst>
                                            <p:cond delay="0"/>
                                          </p:stCondLst>
                                        </p:cTn>
                                        <p:tgtEl>
                                          <p:spTgt spid="2"/>
                                        </p:tgtEl>
                                        <p:attrNameLst>
                                          <p:attrName>style.visibility</p:attrName>
                                        </p:attrNameLst>
                                      </p:cBhvr>
                                      <p:to>
                                        <p:strVal val="visible"/>
                                      </p:to>
                                    </p:set>
                                    <p:animEffect transition="in" filter="checkerboard(across)">
                                      <p:cBhvr>
                                        <p:cTn id="4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539750" y="1628775"/>
            <a:ext cx="792003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dirty="0">
                <a:latin typeface="宋体" pitchFamily="2" charset="-122"/>
              </a:rPr>
              <a:t>将两个阻值分别为12</a:t>
            </a:r>
            <a:r>
              <a:rPr lang="zh-CN" altLang="en-US" dirty="0">
                <a:latin typeface="宋体" pitchFamily="2" charset="-122"/>
                <a:sym typeface="宋体" pitchFamily="2" charset="-122"/>
              </a:rPr>
              <a:t>Ω和60Ω的电阻并联起来，求并联后的总电阻</a:t>
            </a:r>
            <a:r>
              <a:rPr lang="zh-CN" altLang="en-US" dirty="0">
                <a:latin typeface="宋体" pitchFamily="2" charset="-122"/>
              </a:rPr>
              <a:t>。</a:t>
            </a:r>
          </a:p>
        </p:txBody>
      </p:sp>
      <p:sp>
        <p:nvSpPr>
          <p:cNvPr id="10243" name="Rectangle 3"/>
          <p:cNvSpPr>
            <a:spLocks noChangeArrowheads="1"/>
          </p:cNvSpPr>
          <p:nvPr/>
        </p:nvSpPr>
        <p:spPr bwMode="auto">
          <a:xfrm>
            <a:off x="611188" y="765175"/>
            <a:ext cx="42449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600" dirty="0">
                <a:solidFill>
                  <a:schemeClr val="tx2"/>
                </a:solidFill>
                <a:latin typeface="Verdana" pitchFamily="34" charset="0"/>
              </a:rPr>
              <a:t>【</a:t>
            </a:r>
            <a:r>
              <a:rPr lang="zh-CN" altLang="en-US" sz="3600" dirty="0">
                <a:solidFill>
                  <a:schemeClr val="tx2"/>
                </a:solidFill>
                <a:latin typeface="Verdana" pitchFamily="34" charset="0"/>
              </a:rPr>
              <a:t>例题 1</a:t>
            </a:r>
            <a:r>
              <a:rPr lang="en-US" altLang="zh-CN" sz="3600" dirty="0">
                <a:solidFill>
                  <a:schemeClr val="tx2"/>
                </a:solidFill>
                <a:latin typeface="Verdana" pitchFamily="34" charset="0"/>
              </a:rPr>
              <a:t>】</a:t>
            </a:r>
          </a:p>
        </p:txBody>
      </p:sp>
      <p:pic>
        <p:nvPicPr>
          <p:cNvPr id="10244" name="Picture 31" descr="tool"/>
          <p:cNvPicPr>
            <a:picLocks noChangeAspect="1" noChangeArrowheads="1"/>
          </p:cNvPicPr>
          <p:nvPr/>
        </p:nvPicPr>
        <p:blipFill>
          <a:blip r:embed="rId2">
            <a:extLst>
              <a:ext uri="{28A0092B-C50C-407E-A947-70E740481C1C}">
                <a14:useLocalDpi xmlns:a14="http://schemas.microsoft.com/office/drawing/2010/main" val="0"/>
              </a:ext>
            </a:extLst>
          </a:blip>
          <a:srcRect t="11871" b="7123"/>
          <a:stretch>
            <a:fillRect/>
          </a:stretch>
        </p:blipFill>
        <p:spPr bwMode="auto">
          <a:xfrm>
            <a:off x="0" y="0"/>
            <a:ext cx="914400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5" name="Rectangle 32">
            <a:hlinkClick r:id="rId3" action="ppaction://hlinksldjump"/>
          </p:cNvPr>
          <p:cNvSpPr>
            <a:spLocks noChangeArrowheads="1"/>
          </p:cNvSpPr>
          <p:nvPr/>
        </p:nvSpPr>
        <p:spPr bwMode="auto">
          <a:xfrm>
            <a:off x="1144588" y="100013"/>
            <a:ext cx="1009650" cy="157162"/>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0246" name="Rectangle 33">
            <a:hlinkClick r:id="rId3" action="ppaction://hlinksldjump"/>
          </p:cNvPr>
          <p:cNvSpPr>
            <a:spLocks noChangeArrowheads="1"/>
          </p:cNvSpPr>
          <p:nvPr/>
        </p:nvSpPr>
        <p:spPr bwMode="auto">
          <a:xfrm>
            <a:off x="231140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0247" name="Rectangle 34">
            <a:hlinkClick r:id="rId3" action="ppaction://hlinksldjump"/>
          </p:cNvPr>
          <p:cNvSpPr>
            <a:spLocks noChangeArrowheads="1"/>
          </p:cNvSpPr>
          <p:nvPr/>
        </p:nvSpPr>
        <p:spPr bwMode="auto">
          <a:xfrm>
            <a:off x="3476625"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0248" name="Rectangle 35">
            <a:hlinkClick r:id="rId3" action="ppaction://hlinksldjump"/>
          </p:cNvPr>
          <p:cNvSpPr>
            <a:spLocks noChangeArrowheads="1"/>
          </p:cNvSpPr>
          <p:nvPr/>
        </p:nvSpPr>
        <p:spPr bwMode="auto">
          <a:xfrm>
            <a:off x="462915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0249" name="Rectangle 36">
            <a:hlinkClick r:id="rId3" action="ppaction://hlinksldjump"/>
          </p:cNvPr>
          <p:cNvSpPr>
            <a:spLocks noChangeArrowheads="1"/>
          </p:cNvSpPr>
          <p:nvPr/>
        </p:nvSpPr>
        <p:spPr bwMode="auto">
          <a:xfrm>
            <a:off x="5834063" y="92075"/>
            <a:ext cx="1009650" cy="193675"/>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0250" name="Rectangle 37">
            <a:hlinkClick r:id="rId3" action="ppaction://hlinksldjump"/>
          </p:cNvPr>
          <p:cNvSpPr>
            <a:spLocks noChangeArrowheads="1"/>
          </p:cNvSpPr>
          <p:nvPr/>
        </p:nvSpPr>
        <p:spPr bwMode="auto">
          <a:xfrm>
            <a:off x="6977063"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graphicFrame>
        <p:nvGraphicFramePr>
          <p:cNvPr id="11275" name="Object 11"/>
          <p:cNvGraphicFramePr>
            <a:graphicFrameLocks noChangeAspect="1"/>
          </p:cNvGraphicFramePr>
          <p:nvPr/>
        </p:nvGraphicFramePr>
        <p:xfrm>
          <a:off x="1187450" y="2781300"/>
          <a:ext cx="3527425" cy="1152525"/>
        </p:xfrm>
        <a:graphic>
          <a:graphicData uri="http://schemas.openxmlformats.org/presentationml/2006/ole">
            <mc:AlternateContent xmlns:mc="http://schemas.openxmlformats.org/markup-compatibility/2006">
              <mc:Choice xmlns:v="urn:schemas-microsoft-com:vml" Requires="v">
                <p:oleObj r:id="rId4" imgW="812840" imgH="431810" progId="">
                  <p:embed/>
                </p:oleObj>
              </mc:Choice>
              <mc:Fallback>
                <p:oleObj r:id="rId4" imgW="812840" imgH="431810" progId="">
                  <p:embed/>
                  <p:pic>
                    <p:nvPicPr>
                      <p:cNvPr id="0" name="Picture 5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450" y="2781300"/>
                        <a:ext cx="3527425" cy="1152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76" name="Object 12"/>
          <p:cNvGraphicFramePr>
            <a:graphicFrameLocks noChangeAspect="1"/>
          </p:cNvGraphicFramePr>
          <p:nvPr/>
        </p:nvGraphicFramePr>
        <p:xfrm>
          <a:off x="1187450" y="4076700"/>
          <a:ext cx="6451600" cy="1050925"/>
        </p:xfrm>
        <a:graphic>
          <a:graphicData uri="http://schemas.openxmlformats.org/presentationml/2006/ole">
            <mc:AlternateContent xmlns:mc="http://schemas.openxmlformats.org/markup-compatibility/2006">
              <mc:Choice xmlns:v="urn:schemas-microsoft-com:vml" Requires="v">
                <p:oleObj r:id="rId6" imgW="1486305" imgH="393635" progId="">
                  <p:embed/>
                </p:oleObj>
              </mc:Choice>
              <mc:Fallback>
                <p:oleObj r:id="rId6" imgW="1486305" imgH="393635" progId="">
                  <p:embed/>
                  <p:pic>
                    <p:nvPicPr>
                      <p:cNvPr id="0" name="Picture 5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87450" y="4076700"/>
                        <a:ext cx="6451600" cy="1050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77" name="Object 13"/>
          <p:cNvGraphicFramePr>
            <a:graphicFrameLocks noChangeAspect="1"/>
          </p:cNvGraphicFramePr>
          <p:nvPr/>
        </p:nvGraphicFramePr>
        <p:xfrm>
          <a:off x="1116013" y="5373688"/>
          <a:ext cx="4354512" cy="1049337"/>
        </p:xfrm>
        <a:graphic>
          <a:graphicData uri="http://schemas.openxmlformats.org/presentationml/2006/ole">
            <mc:AlternateContent xmlns:mc="http://schemas.openxmlformats.org/markup-compatibility/2006">
              <mc:Choice xmlns:v="urn:schemas-microsoft-com:vml" Requires="v">
                <p:oleObj r:id="rId8" imgW="1003355" imgH="393635" progId="">
                  <p:embed/>
                </p:oleObj>
              </mc:Choice>
              <mc:Fallback>
                <p:oleObj r:id="rId8" imgW="1003355" imgH="393635" progId="">
                  <p:embed/>
                  <p:pic>
                    <p:nvPicPr>
                      <p:cNvPr id="0" name="Picture 5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16013" y="5373688"/>
                        <a:ext cx="4354512" cy="1049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278" name="Picture 38" descr="C:\Users\Teacher-2016\Favorites\Downloads\image29.pn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38800" y="2665490"/>
            <a:ext cx="3422529" cy="126756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6926292" y="2348880"/>
            <a:ext cx="486030" cy="523220"/>
          </a:xfrm>
          <a:prstGeom prst="rect">
            <a:avLst/>
          </a:prstGeom>
          <a:noFill/>
        </p:spPr>
        <p:txBody>
          <a:bodyPr wrap="none" rtlCol="0">
            <a:spAutoFit/>
          </a:bodyPr>
          <a:lstStyle/>
          <a:p>
            <a:r>
              <a:rPr lang="en-US" altLang="zh-CN" sz="2800" dirty="0">
                <a:solidFill>
                  <a:srgbClr val="002060"/>
                </a:solidFill>
                <a:latin typeface="宋体" pitchFamily="2" charset="-122"/>
              </a:rPr>
              <a:t>R</a:t>
            </a:r>
            <a:r>
              <a:rPr lang="en-US" altLang="zh-CN" sz="2800" baseline="-25000" dirty="0">
                <a:solidFill>
                  <a:srgbClr val="002060"/>
                </a:solidFill>
                <a:latin typeface="宋体" pitchFamily="2" charset="-122"/>
              </a:rPr>
              <a:t>1</a:t>
            </a:r>
            <a:endParaRPr lang="en-MY" sz="2800" dirty="0">
              <a:solidFill>
                <a:srgbClr val="002060"/>
              </a:solidFill>
            </a:endParaRPr>
          </a:p>
        </p:txBody>
      </p:sp>
      <p:sp>
        <p:nvSpPr>
          <p:cNvPr id="16" name="TextBox 15"/>
          <p:cNvSpPr txBox="1"/>
          <p:nvPr/>
        </p:nvSpPr>
        <p:spPr>
          <a:xfrm>
            <a:off x="7097178" y="3708321"/>
            <a:ext cx="486030" cy="523220"/>
          </a:xfrm>
          <a:prstGeom prst="rect">
            <a:avLst/>
          </a:prstGeom>
          <a:noFill/>
        </p:spPr>
        <p:txBody>
          <a:bodyPr wrap="none" rtlCol="0">
            <a:spAutoFit/>
          </a:bodyPr>
          <a:lstStyle/>
          <a:p>
            <a:r>
              <a:rPr lang="en-US" altLang="zh-CN" sz="2800" dirty="0">
                <a:solidFill>
                  <a:srgbClr val="002060"/>
                </a:solidFill>
                <a:latin typeface="宋体" pitchFamily="2" charset="-122"/>
              </a:rPr>
              <a:t>R</a:t>
            </a:r>
            <a:r>
              <a:rPr lang="en-US" altLang="zh-CN" sz="2800" baseline="-25000" dirty="0">
                <a:solidFill>
                  <a:srgbClr val="002060"/>
                </a:solidFill>
                <a:latin typeface="宋体" pitchFamily="2" charset="-122"/>
              </a:rPr>
              <a:t>2</a:t>
            </a:r>
            <a:endParaRPr lang="en-MY" sz="2800" dirty="0">
              <a:solidFill>
                <a:srgbClr val="002060"/>
              </a:solidFill>
            </a:endParaRPr>
          </a:p>
        </p:txBody>
      </p:sp>
      <p:sp>
        <p:nvSpPr>
          <p:cNvPr id="3" name="TextBox 2"/>
          <p:cNvSpPr txBox="1"/>
          <p:nvPr/>
        </p:nvSpPr>
        <p:spPr>
          <a:xfrm>
            <a:off x="7308304" y="2340169"/>
            <a:ext cx="1088760" cy="523220"/>
          </a:xfrm>
          <a:prstGeom prst="rect">
            <a:avLst/>
          </a:prstGeom>
          <a:noFill/>
        </p:spPr>
        <p:txBody>
          <a:bodyPr wrap="none" rtlCol="0">
            <a:spAutoFit/>
          </a:bodyPr>
          <a:lstStyle/>
          <a:p>
            <a:r>
              <a:rPr lang="en-US" altLang="zh-CN" sz="2800" dirty="0">
                <a:solidFill>
                  <a:srgbClr val="002060"/>
                </a:solidFill>
                <a:latin typeface="宋体" pitchFamily="2" charset="-122"/>
              </a:rPr>
              <a:t>=</a:t>
            </a:r>
            <a:r>
              <a:rPr lang="zh-CN" altLang="en-US" sz="2800" dirty="0">
                <a:solidFill>
                  <a:srgbClr val="002060"/>
                </a:solidFill>
                <a:latin typeface="宋体" pitchFamily="2" charset="-122"/>
              </a:rPr>
              <a:t>12</a:t>
            </a:r>
            <a:r>
              <a:rPr lang="zh-CN" altLang="en-US" sz="2800" dirty="0">
                <a:solidFill>
                  <a:srgbClr val="002060"/>
                </a:solidFill>
                <a:latin typeface="宋体" pitchFamily="2" charset="-122"/>
                <a:sym typeface="宋体" pitchFamily="2" charset="-122"/>
              </a:rPr>
              <a:t>Ω</a:t>
            </a:r>
            <a:endParaRPr lang="en-MY" sz="2800" dirty="0"/>
          </a:p>
        </p:txBody>
      </p:sp>
      <p:sp>
        <p:nvSpPr>
          <p:cNvPr id="4" name="TextBox 3"/>
          <p:cNvSpPr txBox="1"/>
          <p:nvPr/>
        </p:nvSpPr>
        <p:spPr>
          <a:xfrm>
            <a:off x="7524328" y="3708321"/>
            <a:ext cx="1088760" cy="523220"/>
          </a:xfrm>
          <a:prstGeom prst="rect">
            <a:avLst/>
          </a:prstGeom>
          <a:noFill/>
        </p:spPr>
        <p:txBody>
          <a:bodyPr wrap="none" rtlCol="0">
            <a:spAutoFit/>
          </a:bodyPr>
          <a:lstStyle/>
          <a:p>
            <a:r>
              <a:rPr lang="en-US" altLang="zh-CN" sz="2800" dirty="0">
                <a:solidFill>
                  <a:srgbClr val="002060"/>
                </a:solidFill>
                <a:latin typeface="宋体" pitchFamily="2" charset="-122"/>
              </a:rPr>
              <a:t>=60</a:t>
            </a:r>
            <a:r>
              <a:rPr lang="zh-CN" altLang="en-US" sz="2800" dirty="0">
                <a:solidFill>
                  <a:srgbClr val="002060"/>
                </a:solidFill>
                <a:latin typeface="宋体" pitchFamily="2" charset="-122"/>
                <a:sym typeface="宋体" pitchFamily="2" charset="-122"/>
              </a:rPr>
              <a:t>Ω</a:t>
            </a:r>
            <a:endParaRPr lang="en-MY" sz="28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0278"/>
                                        </p:tgtEl>
                                        <p:attrNameLst>
                                          <p:attrName>style.visibility</p:attrName>
                                        </p:attrNameLst>
                                      </p:cBhvr>
                                      <p:to>
                                        <p:strVal val="visible"/>
                                      </p:to>
                                    </p:set>
                                    <p:animEffect transition="in" filter="fade">
                                      <p:cBhvr>
                                        <p:cTn id="7" dur="1000"/>
                                        <p:tgtEl>
                                          <p:spTgt spid="10278"/>
                                        </p:tgtEl>
                                      </p:cBhvr>
                                    </p:animEffect>
                                    <p:anim calcmode="lin" valueType="num">
                                      <p:cBhvr>
                                        <p:cTn id="8" dur="1000" fill="hold"/>
                                        <p:tgtEl>
                                          <p:spTgt spid="10278"/>
                                        </p:tgtEl>
                                        <p:attrNameLst>
                                          <p:attrName>ppt_x</p:attrName>
                                        </p:attrNameLst>
                                      </p:cBhvr>
                                      <p:tavLst>
                                        <p:tav tm="0">
                                          <p:val>
                                            <p:strVal val="#ppt_x"/>
                                          </p:val>
                                        </p:tav>
                                        <p:tav tm="100000">
                                          <p:val>
                                            <p:strVal val="#ppt_x"/>
                                          </p:val>
                                        </p:tav>
                                      </p:tavLst>
                                    </p:anim>
                                    <p:anim calcmode="lin" valueType="num">
                                      <p:cBhvr>
                                        <p:cTn id="9" dur="1000" fill="hold"/>
                                        <p:tgtEl>
                                          <p:spTgt spid="1027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down)">
                                      <p:cBhvr>
                                        <p:cTn id="14" dur="500"/>
                                        <p:tgtEl>
                                          <p:spTgt spid="2"/>
                                        </p:tgtEl>
                                      </p:cBhvr>
                                    </p:animEffect>
                                  </p:childTnLst>
                                </p:cTn>
                              </p:par>
                            </p:childTnLst>
                          </p:cTn>
                        </p:par>
                        <p:par>
                          <p:cTn id="15" fill="hold">
                            <p:stCondLst>
                              <p:cond delay="500"/>
                            </p:stCondLst>
                            <p:childTnLst>
                              <p:par>
                                <p:cTn id="16" presetID="22" presetClass="entr" presetSubtype="4" fill="hold" grpId="0" nodeType="after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down)">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down)">
                                      <p:cBhvr>
                                        <p:cTn id="23" dur="500"/>
                                        <p:tgtEl>
                                          <p:spTgt spid="3"/>
                                        </p:tgtEl>
                                      </p:cBhvr>
                                    </p:animEffect>
                                  </p:childTnLst>
                                </p:cTn>
                              </p:par>
                            </p:childTnLst>
                          </p:cTn>
                        </p:par>
                        <p:par>
                          <p:cTn id="24" fill="hold">
                            <p:stCondLst>
                              <p:cond delay="500"/>
                            </p:stCondLst>
                            <p:childTnLst>
                              <p:par>
                                <p:cTn id="25" presetID="22" presetClass="entr" presetSubtype="4" fill="hold" grpId="0" nodeType="after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down)">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1275"/>
                                        </p:tgtEl>
                                        <p:attrNameLst>
                                          <p:attrName>style.visibility</p:attrName>
                                        </p:attrNameLst>
                                      </p:cBhvr>
                                      <p:to>
                                        <p:strVal val="visible"/>
                                      </p:to>
                                    </p:set>
                                    <p:animEffect transition="in" filter="blinds(horizontal)">
                                      <p:cBhvr>
                                        <p:cTn id="32" dur="500"/>
                                        <p:tgtEl>
                                          <p:spTgt spid="1127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1276"/>
                                        </p:tgtEl>
                                        <p:attrNameLst>
                                          <p:attrName>style.visibility</p:attrName>
                                        </p:attrNameLst>
                                      </p:cBhvr>
                                      <p:to>
                                        <p:strVal val="visible"/>
                                      </p:to>
                                    </p:set>
                                    <p:animEffect transition="in" filter="blinds(horizontal)">
                                      <p:cBhvr>
                                        <p:cTn id="37" dur="500"/>
                                        <p:tgtEl>
                                          <p:spTgt spid="1127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11277"/>
                                        </p:tgtEl>
                                        <p:attrNameLst>
                                          <p:attrName>style.visibility</p:attrName>
                                        </p:attrNameLst>
                                      </p:cBhvr>
                                      <p:to>
                                        <p:strVal val="visible"/>
                                      </p:to>
                                    </p:set>
                                    <p:animEffect transition="in" filter="blinds(horizontal)">
                                      <p:cBhvr>
                                        <p:cTn id="42" dur="500"/>
                                        <p:tgtEl>
                                          <p:spTgt spid="11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6" grpId="0"/>
      <p:bldP spid="3" grpId="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F2A96-AD3D-9A0E-9778-7CBAC6DC998B}"/>
            </a:ext>
          </a:extLst>
        </p:cNvPr>
        <p:cNvGrpSpPr/>
        <p:nvPr/>
      </p:nvGrpSpPr>
      <p:grpSpPr>
        <a:xfrm>
          <a:off x="0" y="0"/>
          <a:ext cx="0" cy="0"/>
          <a:chOff x="0" y="0"/>
          <a:chExt cx="0" cy="0"/>
        </a:xfrm>
      </p:grpSpPr>
      <p:sp>
        <p:nvSpPr>
          <p:cNvPr id="13314" name="WordArt 11">
            <a:extLst>
              <a:ext uri="{FF2B5EF4-FFF2-40B4-BE49-F238E27FC236}">
                <a16:creationId xmlns:a16="http://schemas.microsoft.com/office/drawing/2014/main" id="{BF0F5205-C356-E327-F9E1-DD48BF5449A7}"/>
              </a:ext>
            </a:extLst>
          </p:cNvPr>
          <p:cNvSpPr>
            <a:spLocks noChangeArrowheads="1" noChangeShapeType="1" noTextEdit="1"/>
          </p:cNvSpPr>
          <p:nvPr/>
        </p:nvSpPr>
        <p:spPr bwMode="auto">
          <a:xfrm>
            <a:off x="598913" y="457200"/>
            <a:ext cx="2449087" cy="609600"/>
          </a:xfrm>
          <a:prstGeom prst="rect">
            <a:avLst/>
          </a:prstGeom>
        </p:spPr>
        <p:txBody>
          <a:bodyPr wrap="none" fromWordArt="1">
            <a:prstTxWarp prst="textPlain">
              <a:avLst>
                <a:gd name="adj" fmla="val 50000"/>
              </a:avLst>
            </a:prstTxWarp>
          </a:bodyPr>
          <a:lstStyle/>
          <a:p>
            <a:pPr algn="ctr"/>
            <a:r>
              <a:rPr lang="zh-CN" altLang="en-US" sz="6600" kern="10" dirty="0">
                <a:ln w="9525">
                  <a:solidFill>
                    <a:srgbClr val="000000"/>
                  </a:solidFill>
                  <a:round/>
                  <a:headEnd/>
                  <a:tailEnd/>
                </a:ln>
                <a:solidFill>
                  <a:srgbClr val="000000"/>
                </a:solidFill>
                <a:effectLst>
                  <a:outerShdw dist="35921" dir="2700000" algn="ctr" rotWithShape="0">
                    <a:srgbClr val="808080">
                      <a:alpha val="76999"/>
                    </a:srgbClr>
                  </a:outerShdw>
                </a:effectLst>
                <a:latin typeface="黑体"/>
                <a:ea typeface="黑体"/>
              </a:rPr>
              <a:t>课内练习</a:t>
            </a:r>
            <a:endParaRPr lang="en-MY" sz="6600" kern="10" dirty="0">
              <a:ln w="9525">
                <a:solidFill>
                  <a:srgbClr val="000000"/>
                </a:solidFill>
                <a:round/>
                <a:headEnd/>
                <a:tailEnd/>
              </a:ln>
              <a:solidFill>
                <a:srgbClr val="000000"/>
              </a:solidFill>
              <a:effectLst>
                <a:outerShdw dist="35921" dir="2700000" algn="ctr" rotWithShape="0">
                  <a:srgbClr val="808080">
                    <a:alpha val="76999"/>
                  </a:srgbClr>
                </a:outerShdw>
              </a:effectLst>
              <a:latin typeface="黑体"/>
              <a:ea typeface="黑体"/>
            </a:endParaRPr>
          </a:p>
        </p:txBody>
      </p:sp>
      <p:sp>
        <p:nvSpPr>
          <p:cNvPr id="13316" name="Rectangle 32">
            <a:hlinkClick r:id="rId2" action="ppaction://hlinksldjump"/>
            <a:extLst>
              <a:ext uri="{FF2B5EF4-FFF2-40B4-BE49-F238E27FC236}">
                <a16:creationId xmlns:a16="http://schemas.microsoft.com/office/drawing/2014/main" id="{9588F6BC-A8B2-4642-0FAF-49FCECC7A032}"/>
              </a:ext>
            </a:extLst>
          </p:cNvPr>
          <p:cNvSpPr>
            <a:spLocks noChangeArrowheads="1"/>
          </p:cNvSpPr>
          <p:nvPr/>
        </p:nvSpPr>
        <p:spPr bwMode="auto">
          <a:xfrm>
            <a:off x="1144588" y="100013"/>
            <a:ext cx="1009650" cy="157162"/>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17" name="Rectangle 33">
            <a:hlinkClick r:id="rId3" action="ppaction://hlinksldjump"/>
            <a:extLst>
              <a:ext uri="{FF2B5EF4-FFF2-40B4-BE49-F238E27FC236}">
                <a16:creationId xmlns:a16="http://schemas.microsoft.com/office/drawing/2014/main" id="{6B9D7164-F2BE-0036-573B-E2F484DC3702}"/>
              </a:ext>
            </a:extLst>
          </p:cNvPr>
          <p:cNvSpPr>
            <a:spLocks noChangeArrowheads="1"/>
          </p:cNvSpPr>
          <p:nvPr/>
        </p:nvSpPr>
        <p:spPr bwMode="auto">
          <a:xfrm>
            <a:off x="231140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18" name="Rectangle 34">
            <a:hlinkClick r:id="rId4" action="ppaction://hlinksldjump"/>
            <a:extLst>
              <a:ext uri="{FF2B5EF4-FFF2-40B4-BE49-F238E27FC236}">
                <a16:creationId xmlns:a16="http://schemas.microsoft.com/office/drawing/2014/main" id="{7F61B316-C931-C014-6618-172D8D1CEB9D}"/>
              </a:ext>
            </a:extLst>
          </p:cNvPr>
          <p:cNvSpPr>
            <a:spLocks noChangeArrowheads="1"/>
          </p:cNvSpPr>
          <p:nvPr/>
        </p:nvSpPr>
        <p:spPr bwMode="auto">
          <a:xfrm>
            <a:off x="3476625"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19" name="Rectangle 35">
            <a:hlinkClick r:id="rId5" action="ppaction://hlinksldjump"/>
            <a:extLst>
              <a:ext uri="{FF2B5EF4-FFF2-40B4-BE49-F238E27FC236}">
                <a16:creationId xmlns:a16="http://schemas.microsoft.com/office/drawing/2014/main" id="{31255698-1E3A-ECFD-C799-5CF828915677}"/>
              </a:ext>
            </a:extLst>
          </p:cNvPr>
          <p:cNvSpPr>
            <a:spLocks noChangeArrowheads="1"/>
          </p:cNvSpPr>
          <p:nvPr/>
        </p:nvSpPr>
        <p:spPr bwMode="auto">
          <a:xfrm>
            <a:off x="462915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20" name="Rectangle 36">
            <a:hlinkClick r:id="rId6" action="ppaction://hlinksldjump"/>
            <a:extLst>
              <a:ext uri="{FF2B5EF4-FFF2-40B4-BE49-F238E27FC236}">
                <a16:creationId xmlns:a16="http://schemas.microsoft.com/office/drawing/2014/main" id="{CFF3BADF-1842-B686-79FB-18012A5C9CEA}"/>
              </a:ext>
            </a:extLst>
          </p:cNvPr>
          <p:cNvSpPr>
            <a:spLocks noChangeArrowheads="1"/>
          </p:cNvSpPr>
          <p:nvPr/>
        </p:nvSpPr>
        <p:spPr bwMode="auto">
          <a:xfrm>
            <a:off x="5834063" y="92075"/>
            <a:ext cx="1009650" cy="193675"/>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21" name="Rectangle 37">
            <a:hlinkClick r:id="rId7" action="ppaction://hlinksldjump"/>
            <a:extLst>
              <a:ext uri="{FF2B5EF4-FFF2-40B4-BE49-F238E27FC236}">
                <a16:creationId xmlns:a16="http://schemas.microsoft.com/office/drawing/2014/main" id="{9D3637B7-19E3-8B4A-6220-1EAC6AA1BDBC}"/>
              </a:ext>
            </a:extLst>
          </p:cNvPr>
          <p:cNvSpPr>
            <a:spLocks noChangeArrowheads="1"/>
          </p:cNvSpPr>
          <p:nvPr/>
        </p:nvSpPr>
        <p:spPr bwMode="auto">
          <a:xfrm>
            <a:off x="6977063"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2" name="TextBox 1">
            <a:extLst>
              <a:ext uri="{FF2B5EF4-FFF2-40B4-BE49-F238E27FC236}">
                <a16:creationId xmlns:a16="http://schemas.microsoft.com/office/drawing/2014/main" id="{85B7B5C3-8B63-5851-FB33-6EFE97CEC90D}"/>
              </a:ext>
            </a:extLst>
          </p:cNvPr>
          <p:cNvSpPr txBox="1"/>
          <p:nvPr/>
        </p:nvSpPr>
        <p:spPr>
          <a:xfrm>
            <a:off x="3476625" y="423863"/>
            <a:ext cx="1632178" cy="584775"/>
          </a:xfrm>
          <a:prstGeom prst="rect">
            <a:avLst/>
          </a:prstGeom>
          <a:noFill/>
        </p:spPr>
        <p:txBody>
          <a:bodyPr wrap="none" rtlCol="0">
            <a:spAutoFit/>
          </a:bodyPr>
          <a:lstStyle/>
          <a:p>
            <a:r>
              <a:rPr lang="en-MY" dirty="0"/>
              <a:t>p/g 121</a:t>
            </a:r>
          </a:p>
        </p:txBody>
      </p:sp>
      <p:sp>
        <p:nvSpPr>
          <p:cNvPr id="3" name="TextBox 2">
            <a:extLst>
              <a:ext uri="{FF2B5EF4-FFF2-40B4-BE49-F238E27FC236}">
                <a16:creationId xmlns:a16="http://schemas.microsoft.com/office/drawing/2014/main" id="{95F68489-95E6-8673-E66D-131EA071EABC}"/>
              </a:ext>
            </a:extLst>
          </p:cNvPr>
          <p:cNvSpPr txBox="1"/>
          <p:nvPr/>
        </p:nvSpPr>
        <p:spPr>
          <a:xfrm>
            <a:off x="838200" y="1524000"/>
            <a:ext cx="1475084" cy="1323439"/>
          </a:xfrm>
          <a:prstGeom prst="rect">
            <a:avLst/>
          </a:prstGeom>
          <a:noFill/>
        </p:spPr>
        <p:txBody>
          <a:bodyPr wrap="none" rtlCol="0">
            <a:spAutoFit/>
          </a:bodyPr>
          <a:lstStyle/>
          <a:p>
            <a:r>
              <a:rPr lang="zh-CN" altLang="en-US" sz="4000" dirty="0"/>
              <a:t>选择</a:t>
            </a:r>
            <a:endParaRPr lang="en-MY" altLang="zh-CN" sz="4000" dirty="0"/>
          </a:p>
          <a:p>
            <a:r>
              <a:rPr lang="en-MY" sz="4000" dirty="0"/>
              <a:t>No. 5</a:t>
            </a:r>
          </a:p>
        </p:txBody>
      </p:sp>
      <p:sp>
        <p:nvSpPr>
          <p:cNvPr id="4" name="TextBox 3">
            <a:extLst>
              <a:ext uri="{FF2B5EF4-FFF2-40B4-BE49-F238E27FC236}">
                <a16:creationId xmlns:a16="http://schemas.microsoft.com/office/drawing/2014/main" id="{4199F52F-BB23-DB77-F4CC-2FC123613CEB}"/>
              </a:ext>
            </a:extLst>
          </p:cNvPr>
          <p:cNvSpPr txBox="1"/>
          <p:nvPr/>
        </p:nvSpPr>
        <p:spPr>
          <a:xfrm>
            <a:off x="3099675" y="2120968"/>
            <a:ext cx="442750" cy="707886"/>
          </a:xfrm>
          <a:prstGeom prst="rect">
            <a:avLst/>
          </a:prstGeom>
          <a:noFill/>
        </p:spPr>
        <p:txBody>
          <a:bodyPr wrap="none" rtlCol="0">
            <a:spAutoFit/>
          </a:bodyPr>
          <a:lstStyle/>
          <a:p>
            <a:r>
              <a:rPr lang="en-US" sz="4000" dirty="0">
                <a:solidFill>
                  <a:srgbClr val="FF0000"/>
                </a:solidFill>
              </a:rPr>
              <a:t>C</a:t>
            </a:r>
            <a:endParaRPr lang="en-MY" sz="4000" dirty="0">
              <a:solidFill>
                <a:srgbClr val="FF0000"/>
              </a:solidFill>
            </a:endParaRPr>
          </a:p>
        </p:txBody>
      </p:sp>
      <p:sp>
        <p:nvSpPr>
          <p:cNvPr id="5" name="文本框 4">
            <a:extLst>
              <a:ext uri="{FF2B5EF4-FFF2-40B4-BE49-F238E27FC236}">
                <a16:creationId xmlns:a16="http://schemas.microsoft.com/office/drawing/2014/main" id="{5E3A9EC7-749B-261F-3BD3-E91C17920E10}"/>
              </a:ext>
            </a:extLst>
          </p:cNvPr>
          <p:cNvSpPr txBox="1"/>
          <p:nvPr/>
        </p:nvSpPr>
        <p:spPr>
          <a:xfrm>
            <a:off x="467545" y="3573016"/>
            <a:ext cx="8208912" cy="1077218"/>
          </a:xfrm>
          <a:prstGeom prst="rect">
            <a:avLst/>
          </a:prstGeom>
          <a:noFill/>
        </p:spPr>
        <p:txBody>
          <a:bodyPr wrap="square" rtlCol="0">
            <a:spAutoFit/>
          </a:bodyPr>
          <a:lstStyle/>
          <a:p>
            <a:r>
              <a:rPr lang="zh-CN" altLang="en-US" dirty="0"/>
              <a:t>提醒：相同的电阻值，将电阻并联会比串联的电阻值小，电流就会较大。</a:t>
            </a:r>
            <a:endParaRPr lang="en-MY" dirty="0"/>
          </a:p>
        </p:txBody>
      </p:sp>
    </p:spTree>
    <p:extLst>
      <p:ext uri="{BB962C8B-B14F-4D97-AF65-F5344CB8AC3E}">
        <p14:creationId xmlns:p14="http://schemas.microsoft.com/office/powerpoint/2010/main" val="20191206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56FBA-ED9B-E4AC-91E2-E1E35299C6B3}"/>
            </a:ext>
          </a:extLst>
        </p:cNvPr>
        <p:cNvGrpSpPr/>
        <p:nvPr/>
      </p:nvGrpSpPr>
      <p:grpSpPr>
        <a:xfrm>
          <a:off x="0" y="0"/>
          <a:ext cx="0" cy="0"/>
          <a:chOff x="0" y="0"/>
          <a:chExt cx="0" cy="0"/>
        </a:xfrm>
      </p:grpSpPr>
      <p:sp>
        <p:nvSpPr>
          <p:cNvPr id="13314" name="WordArt 11">
            <a:extLst>
              <a:ext uri="{FF2B5EF4-FFF2-40B4-BE49-F238E27FC236}">
                <a16:creationId xmlns:a16="http://schemas.microsoft.com/office/drawing/2014/main" id="{B057C17C-2DB6-659F-16D1-C30674EF69F4}"/>
              </a:ext>
            </a:extLst>
          </p:cNvPr>
          <p:cNvSpPr>
            <a:spLocks noChangeArrowheads="1" noChangeShapeType="1" noTextEdit="1"/>
          </p:cNvSpPr>
          <p:nvPr/>
        </p:nvSpPr>
        <p:spPr bwMode="auto">
          <a:xfrm>
            <a:off x="598913" y="457200"/>
            <a:ext cx="2449087" cy="609600"/>
          </a:xfrm>
          <a:prstGeom prst="rect">
            <a:avLst/>
          </a:prstGeom>
        </p:spPr>
        <p:txBody>
          <a:bodyPr wrap="none" fromWordArt="1">
            <a:prstTxWarp prst="textPlain">
              <a:avLst>
                <a:gd name="adj" fmla="val 50000"/>
              </a:avLst>
            </a:prstTxWarp>
          </a:bodyPr>
          <a:lstStyle/>
          <a:p>
            <a:pPr algn="ctr"/>
            <a:r>
              <a:rPr lang="zh-CN" altLang="en-US" sz="6600" kern="10" dirty="0">
                <a:ln w="9525">
                  <a:solidFill>
                    <a:srgbClr val="000000"/>
                  </a:solidFill>
                  <a:round/>
                  <a:headEnd/>
                  <a:tailEnd/>
                </a:ln>
                <a:solidFill>
                  <a:srgbClr val="000000"/>
                </a:solidFill>
                <a:effectLst>
                  <a:outerShdw dist="35921" dir="2700000" algn="ctr" rotWithShape="0">
                    <a:srgbClr val="808080">
                      <a:alpha val="76999"/>
                    </a:srgbClr>
                  </a:outerShdw>
                </a:effectLst>
                <a:latin typeface="黑体"/>
                <a:ea typeface="黑体"/>
              </a:rPr>
              <a:t>作业练习</a:t>
            </a:r>
            <a:endParaRPr lang="en-MY" sz="6600" kern="10" dirty="0">
              <a:ln w="9525">
                <a:solidFill>
                  <a:srgbClr val="000000"/>
                </a:solidFill>
                <a:round/>
                <a:headEnd/>
                <a:tailEnd/>
              </a:ln>
              <a:solidFill>
                <a:srgbClr val="000000"/>
              </a:solidFill>
              <a:effectLst>
                <a:outerShdw dist="35921" dir="2700000" algn="ctr" rotWithShape="0">
                  <a:srgbClr val="808080">
                    <a:alpha val="76999"/>
                  </a:srgbClr>
                </a:outerShdw>
              </a:effectLst>
              <a:latin typeface="黑体"/>
              <a:ea typeface="黑体"/>
            </a:endParaRPr>
          </a:p>
        </p:txBody>
      </p:sp>
      <p:sp>
        <p:nvSpPr>
          <p:cNvPr id="13316" name="Rectangle 32">
            <a:hlinkClick r:id="rId2" action="ppaction://hlinksldjump"/>
            <a:extLst>
              <a:ext uri="{FF2B5EF4-FFF2-40B4-BE49-F238E27FC236}">
                <a16:creationId xmlns:a16="http://schemas.microsoft.com/office/drawing/2014/main" id="{C60C1BCB-599B-FF42-213C-1C21D0149628}"/>
              </a:ext>
            </a:extLst>
          </p:cNvPr>
          <p:cNvSpPr>
            <a:spLocks noChangeArrowheads="1"/>
          </p:cNvSpPr>
          <p:nvPr/>
        </p:nvSpPr>
        <p:spPr bwMode="auto">
          <a:xfrm>
            <a:off x="1144588" y="100013"/>
            <a:ext cx="1009650" cy="157162"/>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17" name="Rectangle 33">
            <a:hlinkClick r:id="rId3" action="ppaction://hlinksldjump"/>
            <a:extLst>
              <a:ext uri="{FF2B5EF4-FFF2-40B4-BE49-F238E27FC236}">
                <a16:creationId xmlns:a16="http://schemas.microsoft.com/office/drawing/2014/main" id="{5B86A534-9A9C-5CE3-7757-24ABFD258825}"/>
              </a:ext>
            </a:extLst>
          </p:cNvPr>
          <p:cNvSpPr>
            <a:spLocks noChangeArrowheads="1"/>
          </p:cNvSpPr>
          <p:nvPr/>
        </p:nvSpPr>
        <p:spPr bwMode="auto">
          <a:xfrm>
            <a:off x="231140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18" name="Rectangle 34">
            <a:hlinkClick r:id="rId4" action="ppaction://hlinksldjump"/>
            <a:extLst>
              <a:ext uri="{FF2B5EF4-FFF2-40B4-BE49-F238E27FC236}">
                <a16:creationId xmlns:a16="http://schemas.microsoft.com/office/drawing/2014/main" id="{6BAA146E-F2DF-4A41-ADB9-D7CFEE791F7D}"/>
              </a:ext>
            </a:extLst>
          </p:cNvPr>
          <p:cNvSpPr>
            <a:spLocks noChangeArrowheads="1"/>
          </p:cNvSpPr>
          <p:nvPr/>
        </p:nvSpPr>
        <p:spPr bwMode="auto">
          <a:xfrm>
            <a:off x="3476625"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19" name="Rectangle 35">
            <a:hlinkClick r:id="rId5" action="ppaction://hlinksldjump"/>
            <a:extLst>
              <a:ext uri="{FF2B5EF4-FFF2-40B4-BE49-F238E27FC236}">
                <a16:creationId xmlns:a16="http://schemas.microsoft.com/office/drawing/2014/main" id="{AE629041-BF32-239E-EC8D-2C4AFAE6743F}"/>
              </a:ext>
            </a:extLst>
          </p:cNvPr>
          <p:cNvSpPr>
            <a:spLocks noChangeArrowheads="1"/>
          </p:cNvSpPr>
          <p:nvPr/>
        </p:nvSpPr>
        <p:spPr bwMode="auto">
          <a:xfrm>
            <a:off x="462915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20" name="Rectangle 36">
            <a:hlinkClick r:id="rId6" action="ppaction://hlinksldjump"/>
            <a:extLst>
              <a:ext uri="{FF2B5EF4-FFF2-40B4-BE49-F238E27FC236}">
                <a16:creationId xmlns:a16="http://schemas.microsoft.com/office/drawing/2014/main" id="{EAB81DEF-32B2-9790-EEFD-0136DBB1997D}"/>
              </a:ext>
            </a:extLst>
          </p:cNvPr>
          <p:cNvSpPr>
            <a:spLocks noChangeArrowheads="1"/>
          </p:cNvSpPr>
          <p:nvPr/>
        </p:nvSpPr>
        <p:spPr bwMode="auto">
          <a:xfrm>
            <a:off x="5834063" y="92075"/>
            <a:ext cx="1009650" cy="193675"/>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21" name="Rectangle 37">
            <a:hlinkClick r:id="rId7" action="ppaction://hlinksldjump"/>
            <a:extLst>
              <a:ext uri="{FF2B5EF4-FFF2-40B4-BE49-F238E27FC236}">
                <a16:creationId xmlns:a16="http://schemas.microsoft.com/office/drawing/2014/main" id="{6A297510-E4D4-C724-25A8-E7FF1D45A7E4}"/>
              </a:ext>
            </a:extLst>
          </p:cNvPr>
          <p:cNvSpPr>
            <a:spLocks noChangeArrowheads="1"/>
          </p:cNvSpPr>
          <p:nvPr/>
        </p:nvSpPr>
        <p:spPr bwMode="auto">
          <a:xfrm>
            <a:off x="6977063"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2" name="TextBox 1">
            <a:extLst>
              <a:ext uri="{FF2B5EF4-FFF2-40B4-BE49-F238E27FC236}">
                <a16:creationId xmlns:a16="http://schemas.microsoft.com/office/drawing/2014/main" id="{A75C3341-EFE6-7611-4ED4-C92CD9A82348}"/>
              </a:ext>
            </a:extLst>
          </p:cNvPr>
          <p:cNvSpPr txBox="1"/>
          <p:nvPr/>
        </p:nvSpPr>
        <p:spPr>
          <a:xfrm>
            <a:off x="3476625" y="423863"/>
            <a:ext cx="1425390" cy="584775"/>
          </a:xfrm>
          <a:prstGeom prst="rect">
            <a:avLst/>
          </a:prstGeom>
          <a:noFill/>
        </p:spPr>
        <p:txBody>
          <a:bodyPr wrap="none" rtlCol="0">
            <a:spAutoFit/>
          </a:bodyPr>
          <a:lstStyle/>
          <a:p>
            <a:r>
              <a:rPr lang="en-MY" dirty="0"/>
              <a:t>p/g 89</a:t>
            </a:r>
          </a:p>
        </p:txBody>
      </p:sp>
      <p:sp>
        <p:nvSpPr>
          <p:cNvPr id="3" name="TextBox 2">
            <a:extLst>
              <a:ext uri="{FF2B5EF4-FFF2-40B4-BE49-F238E27FC236}">
                <a16:creationId xmlns:a16="http://schemas.microsoft.com/office/drawing/2014/main" id="{6D6BE813-BC3D-60C6-9006-8FEE87F9C40E}"/>
              </a:ext>
            </a:extLst>
          </p:cNvPr>
          <p:cNvSpPr txBox="1"/>
          <p:nvPr/>
        </p:nvSpPr>
        <p:spPr>
          <a:xfrm>
            <a:off x="838200" y="1524000"/>
            <a:ext cx="1475084" cy="1323439"/>
          </a:xfrm>
          <a:prstGeom prst="rect">
            <a:avLst/>
          </a:prstGeom>
          <a:noFill/>
        </p:spPr>
        <p:txBody>
          <a:bodyPr wrap="none" rtlCol="0">
            <a:spAutoFit/>
          </a:bodyPr>
          <a:lstStyle/>
          <a:p>
            <a:r>
              <a:rPr lang="zh-CN" altLang="en-US" sz="4000" dirty="0"/>
              <a:t>是非</a:t>
            </a:r>
            <a:endParaRPr lang="en-MY" altLang="zh-CN" sz="4000" dirty="0"/>
          </a:p>
          <a:p>
            <a:r>
              <a:rPr lang="en-MY" sz="4000" dirty="0"/>
              <a:t>No. 3</a:t>
            </a:r>
          </a:p>
        </p:txBody>
      </p:sp>
      <p:sp>
        <p:nvSpPr>
          <p:cNvPr id="4" name="TextBox 3">
            <a:extLst>
              <a:ext uri="{FF2B5EF4-FFF2-40B4-BE49-F238E27FC236}">
                <a16:creationId xmlns:a16="http://schemas.microsoft.com/office/drawing/2014/main" id="{D819815A-0FA1-BDE8-FCFA-99A82F4885F0}"/>
              </a:ext>
            </a:extLst>
          </p:cNvPr>
          <p:cNvSpPr txBox="1"/>
          <p:nvPr/>
        </p:nvSpPr>
        <p:spPr>
          <a:xfrm>
            <a:off x="3099675" y="2120968"/>
            <a:ext cx="699230" cy="707886"/>
          </a:xfrm>
          <a:prstGeom prst="rect">
            <a:avLst/>
          </a:prstGeom>
          <a:noFill/>
        </p:spPr>
        <p:txBody>
          <a:bodyPr wrap="none" rtlCol="0">
            <a:spAutoFit/>
          </a:bodyPr>
          <a:lstStyle/>
          <a:p>
            <a:r>
              <a:rPr lang="zh-CN" altLang="en-US" sz="4000" dirty="0">
                <a:solidFill>
                  <a:srgbClr val="FF0000"/>
                </a:solidFill>
              </a:rPr>
              <a:t>是</a:t>
            </a:r>
            <a:endParaRPr lang="en-MY" sz="4000" dirty="0">
              <a:solidFill>
                <a:srgbClr val="FF0000"/>
              </a:solidFill>
            </a:endParaRPr>
          </a:p>
        </p:txBody>
      </p:sp>
      <p:sp>
        <p:nvSpPr>
          <p:cNvPr id="5" name="TextBox 2">
            <a:extLst>
              <a:ext uri="{FF2B5EF4-FFF2-40B4-BE49-F238E27FC236}">
                <a16:creationId xmlns:a16="http://schemas.microsoft.com/office/drawing/2014/main" id="{6240527D-D8DE-AA54-357D-A9E6B6C9D8E0}"/>
              </a:ext>
            </a:extLst>
          </p:cNvPr>
          <p:cNvSpPr txBox="1"/>
          <p:nvPr/>
        </p:nvSpPr>
        <p:spPr>
          <a:xfrm>
            <a:off x="838200" y="4317651"/>
            <a:ext cx="1733167" cy="1323439"/>
          </a:xfrm>
          <a:prstGeom prst="rect">
            <a:avLst/>
          </a:prstGeom>
          <a:noFill/>
        </p:spPr>
        <p:txBody>
          <a:bodyPr wrap="none" rtlCol="0">
            <a:spAutoFit/>
          </a:bodyPr>
          <a:lstStyle/>
          <a:p>
            <a:r>
              <a:rPr lang="zh-CN" altLang="en-US" sz="4000" dirty="0"/>
              <a:t>选择</a:t>
            </a:r>
            <a:endParaRPr lang="en-MY" altLang="zh-CN" sz="4000" dirty="0"/>
          </a:p>
          <a:p>
            <a:r>
              <a:rPr lang="en-MY" sz="4000" dirty="0"/>
              <a:t>No. 12</a:t>
            </a:r>
          </a:p>
        </p:txBody>
      </p:sp>
      <p:sp>
        <p:nvSpPr>
          <p:cNvPr id="6" name="TextBox 3">
            <a:extLst>
              <a:ext uri="{FF2B5EF4-FFF2-40B4-BE49-F238E27FC236}">
                <a16:creationId xmlns:a16="http://schemas.microsoft.com/office/drawing/2014/main" id="{0127DE06-BC93-D8E5-F945-C28110A24A81}"/>
              </a:ext>
            </a:extLst>
          </p:cNvPr>
          <p:cNvSpPr txBox="1"/>
          <p:nvPr/>
        </p:nvSpPr>
        <p:spPr>
          <a:xfrm>
            <a:off x="3099675" y="4914619"/>
            <a:ext cx="442750" cy="707886"/>
          </a:xfrm>
          <a:prstGeom prst="rect">
            <a:avLst/>
          </a:prstGeom>
          <a:noFill/>
        </p:spPr>
        <p:txBody>
          <a:bodyPr wrap="none" rtlCol="0">
            <a:spAutoFit/>
          </a:bodyPr>
          <a:lstStyle/>
          <a:p>
            <a:r>
              <a:rPr lang="en-US" altLang="zh-CN" sz="4000" dirty="0">
                <a:solidFill>
                  <a:srgbClr val="FF0000"/>
                </a:solidFill>
              </a:rPr>
              <a:t>C</a:t>
            </a:r>
            <a:endParaRPr lang="en-MY" sz="4000" dirty="0">
              <a:solidFill>
                <a:srgbClr val="FF0000"/>
              </a:solidFill>
            </a:endParaRPr>
          </a:p>
        </p:txBody>
      </p:sp>
    </p:spTree>
    <p:extLst>
      <p:ext uri="{BB962C8B-B14F-4D97-AF65-F5344CB8AC3E}">
        <p14:creationId xmlns:p14="http://schemas.microsoft.com/office/powerpoint/2010/main" val="8223784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468313" y="1643050"/>
            <a:ext cx="82804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pPr>
              <a:spcBef>
                <a:spcPct val="50000"/>
              </a:spcBef>
            </a:pPr>
            <a:r>
              <a:rPr lang="en-US" altLang="zh-CN" dirty="0"/>
              <a:t>1.</a:t>
            </a:r>
            <a:r>
              <a:rPr lang="zh-CN" altLang="en-US" dirty="0">
                <a:latin typeface="Arial" charset="0"/>
              </a:rPr>
              <a:t>并联电路的总电流强度等于各支路中的电流强度之</a:t>
            </a:r>
            <a:r>
              <a:rPr lang="zh-CN" altLang="en-US" dirty="0">
                <a:solidFill>
                  <a:srgbClr val="FF0000"/>
                </a:solidFill>
                <a:latin typeface="Arial" charset="0"/>
              </a:rPr>
              <a:t>和</a:t>
            </a:r>
            <a:r>
              <a:rPr lang="zh-CN" altLang="en-US" dirty="0">
                <a:latin typeface="Arial" charset="0"/>
              </a:rPr>
              <a:t>。</a:t>
            </a:r>
          </a:p>
        </p:txBody>
      </p:sp>
      <p:sp>
        <p:nvSpPr>
          <p:cNvPr id="16387" name="Rectangle 3"/>
          <p:cNvSpPr>
            <a:spLocks noChangeArrowheads="1"/>
          </p:cNvSpPr>
          <p:nvPr/>
        </p:nvSpPr>
        <p:spPr bwMode="auto">
          <a:xfrm>
            <a:off x="466725" y="3143248"/>
            <a:ext cx="8280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dirty="0"/>
              <a:t>2.</a:t>
            </a:r>
            <a:r>
              <a:rPr lang="zh-CN" altLang="en-US" dirty="0"/>
              <a:t>并联电路中，各支路两端的电压都</a:t>
            </a:r>
            <a:r>
              <a:rPr lang="zh-CN" altLang="en-US" dirty="0">
                <a:solidFill>
                  <a:srgbClr val="FF0000"/>
                </a:solidFill>
              </a:rPr>
              <a:t>相等</a:t>
            </a:r>
            <a:r>
              <a:rPr lang="zh-CN" altLang="en-US" dirty="0"/>
              <a:t>。</a:t>
            </a:r>
          </a:p>
        </p:txBody>
      </p:sp>
      <p:sp>
        <p:nvSpPr>
          <p:cNvPr id="16388" name="Rectangle 4"/>
          <p:cNvSpPr>
            <a:spLocks noChangeArrowheads="1"/>
          </p:cNvSpPr>
          <p:nvPr/>
        </p:nvSpPr>
        <p:spPr bwMode="auto">
          <a:xfrm>
            <a:off x="498475" y="4654549"/>
            <a:ext cx="81788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pPr>
              <a:spcBef>
                <a:spcPct val="50000"/>
              </a:spcBef>
            </a:pPr>
            <a:r>
              <a:rPr lang="en-US" altLang="zh-CN" dirty="0"/>
              <a:t>3.</a:t>
            </a:r>
            <a:r>
              <a:rPr lang="zh-CN" altLang="en-US" dirty="0"/>
              <a:t>并联电路的总电阻的倒数，等于各并联电阻的倒数之</a:t>
            </a:r>
            <a:r>
              <a:rPr lang="zh-CN" altLang="en-US" dirty="0">
                <a:solidFill>
                  <a:srgbClr val="FF0000"/>
                </a:solidFill>
              </a:rPr>
              <a:t>和。</a:t>
            </a:r>
          </a:p>
        </p:txBody>
      </p:sp>
      <p:pic>
        <p:nvPicPr>
          <p:cNvPr id="15365" name="Picture 31" descr="tool"/>
          <p:cNvPicPr>
            <a:picLocks noChangeAspect="1" noChangeArrowheads="1"/>
          </p:cNvPicPr>
          <p:nvPr/>
        </p:nvPicPr>
        <p:blipFill>
          <a:blip r:embed="rId2">
            <a:extLst>
              <a:ext uri="{28A0092B-C50C-407E-A947-70E740481C1C}">
                <a14:useLocalDpi xmlns:a14="http://schemas.microsoft.com/office/drawing/2010/main" val="0"/>
              </a:ext>
            </a:extLst>
          </a:blip>
          <a:srcRect t="11871" b="7123"/>
          <a:stretch>
            <a:fillRect/>
          </a:stretch>
        </p:blipFill>
        <p:spPr bwMode="auto">
          <a:xfrm>
            <a:off x="0" y="0"/>
            <a:ext cx="914400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Rectangle 32">
            <a:hlinkClick r:id="rId3" action="ppaction://hlinksldjump"/>
          </p:cNvPr>
          <p:cNvSpPr>
            <a:spLocks noChangeArrowheads="1"/>
          </p:cNvSpPr>
          <p:nvPr/>
        </p:nvSpPr>
        <p:spPr bwMode="auto">
          <a:xfrm>
            <a:off x="1144588" y="100013"/>
            <a:ext cx="1009650" cy="157162"/>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5367" name="Rectangle 33">
            <a:hlinkClick r:id="rId4" action="ppaction://hlinksldjump"/>
          </p:cNvPr>
          <p:cNvSpPr>
            <a:spLocks noChangeArrowheads="1"/>
          </p:cNvSpPr>
          <p:nvPr/>
        </p:nvSpPr>
        <p:spPr bwMode="auto">
          <a:xfrm>
            <a:off x="231140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5368" name="Rectangle 34">
            <a:hlinkClick r:id="rId5" action="ppaction://hlinksldjump"/>
          </p:cNvPr>
          <p:cNvSpPr>
            <a:spLocks noChangeArrowheads="1"/>
          </p:cNvSpPr>
          <p:nvPr/>
        </p:nvSpPr>
        <p:spPr bwMode="auto">
          <a:xfrm>
            <a:off x="3476625"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5369" name="Rectangle 35">
            <a:hlinkClick r:id="rId6" action="ppaction://hlinksldjump"/>
          </p:cNvPr>
          <p:cNvSpPr>
            <a:spLocks noChangeArrowheads="1"/>
          </p:cNvSpPr>
          <p:nvPr/>
        </p:nvSpPr>
        <p:spPr bwMode="auto">
          <a:xfrm>
            <a:off x="462915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5370" name="Rectangle 36">
            <a:hlinkClick r:id="rId7" action="ppaction://hlinksldjump"/>
          </p:cNvPr>
          <p:cNvSpPr>
            <a:spLocks noChangeArrowheads="1"/>
          </p:cNvSpPr>
          <p:nvPr/>
        </p:nvSpPr>
        <p:spPr bwMode="auto">
          <a:xfrm>
            <a:off x="5834063" y="92075"/>
            <a:ext cx="1009650" cy="193675"/>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5371" name="Rectangle 37">
            <a:hlinkClick r:id="rId8" action="ppaction://hlinksldjump"/>
          </p:cNvPr>
          <p:cNvSpPr>
            <a:spLocks noChangeArrowheads="1"/>
          </p:cNvSpPr>
          <p:nvPr/>
        </p:nvSpPr>
        <p:spPr bwMode="auto">
          <a:xfrm>
            <a:off x="6977063"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2" name="Text Box 12"/>
          <p:cNvSpPr txBox="1">
            <a:spLocks noChangeArrowheads="1"/>
          </p:cNvSpPr>
          <p:nvPr/>
        </p:nvSpPr>
        <p:spPr bwMode="auto">
          <a:xfrm>
            <a:off x="5939422" y="2382030"/>
            <a:ext cx="281011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b="1">
                <a:solidFill>
                  <a:schemeClr val="tx1"/>
                </a:solidFill>
                <a:latin typeface="黑体" pitchFamily="2" charset="-122"/>
                <a:ea typeface="黑体" pitchFamily="2" charset="-122"/>
              </a:defRPr>
            </a:lvl1pPr>
            <a:lvl2pPr marL="742950" indent="-285750" eaLnBrk="0" hangingPunct="0">
              <a:defRPr sz="3200" b="1">
                <a:solidFill>
                  <a:schemeClr val="tx1"/>
                </a:solidFill>
                <a:latin typeface="黑体" pitchFamily="2" charset="-122"/>
                <a:ea typeface="黑体" pitchFamily="2" charset="-122"/>
              </a:defRPr>
            </a:lvl2pPr>
            <a:lvl3pPr marL="1143000" indent="-228600" eaLnBrk="0" hangingPunct="0">
              <a:defRPr sz="3200" b="1">
                <a:solidFill>
                  <a:schemeClr val="tx1"/>
                </a:solidFill>
                <a:latin typeface="黑体" pitchFamily="2" charset="-122"/>
                <a:ea typeface="黑体" pitchFamily="2" charset="-122"/>
              </a:defRPr>
            </a:lvl3pPr>
            <a:lvl4pPr marL="1600200" indent="-228600" eaLnBrk="0" hangingPunct="0">
              <a:defRPr sz="3200" b="1">
                <a:solidFill>
                  <a:schemeClr val="tx1"/>
                </a:solidFill>
                <a:latin typeface="黑体" pitchFamily="2" charset="-122"/>
                <a:ea typeface="黑体" pitchFamily="2" charset="-122"/>
              </a:defRPr>
            </a:lvl4pPr>
            <a:lvl5pPr marL="2057400" indent="-228600" eaLnBrk="0" hangingPunct="0">
              <a:defRPr sz="3200" b="1">
                <a:solidFill>
                  <a:schemeClr val="tx1"/>
                </a:solidFill>
                <a:latin typeface="黑体" pitchFamily="2" charset="-122"/>
                <a:ea typeface="黑体" pitchFamily="2" charset="-122"/>
              </a:defRPr>
            </a:lvl5pPr>
            <a:lvl6pPr marL="2514600" indent="-228600" eaLnBrk="0" fontAlgn="base" hangingPunct="0">
              <a:spcBef>
                <a:spcPct val="0"/>
              </a:spcBef>
              <a:spcAft>
                <a:spcPct val="0"/>
              </a:spcAft>
              <a:defRPr sz="3200" b="1">
                <a:solidFill>
                  <a:schemeClr val="tx1"/>
                </a:solidFill>
                <a:latin typeface="黑体" pitchFamily="2" charset="-122"/>
                <a:ea typeface="黑体" pitchFamily="2" charset="-122"/>
              </a:defRPr>
            </a:lvl6pPr>
            <a:lvl7pPr marL="2971800" indent="-228600" eaLnBrk="0" fontAlgn="base" hangingPunct="0">
              <a:spcBef>
                <a:spcPct val="0"/>
              </a:spcBef>
              <a:spcAft>
                <a:spcPct val="0"/>
              </a:spcAft>
              <a:defRPr sz="3200" b="1">
                <a:solidFill>
                  <a:schemeClr val="tx1"/>
                </a:solidFill>
                <a:latin typeface="黑体" pitchFamily="2" charset="-122"/>
                <a:ea typeface="黑体" pitchFamily="2" charset="-122"/>
              </a:defRPr>
            </a:lvl7pPr>
            <a:lvl8pPr marL="3429000" indent="-228600" eaLnBrk="0" fontAlgn="base" hangingPunct="0">
              <a:spcBef>
                <a:spcPct val="0"/>
              </a:spcBef>
              <a:spcAft>
                <a:spcPct val="0"/>
              </a:spcAft>
              <a:defRPr sz="3200" b="1">
                <a:solidFill>
                  <a:schemeClr val="tx1"/>
                </a:solidFill>
                <a:latin typeface="黑体" pitchFamily="2" charset="-122"/>
                <a:ea typeface="黑体" pitchFamily="2" charset="-122"/>
              </a:defRPr>
            </a:lvl8pPr>
            <a:lvl9pPr marL="3886200" indent="-228600" eaLnBrk="0" fontAlgn="base" hangingPunct="0">
              <a:spcBef>
                <a:spcPct val="0"/>
              </a:spcBef>
              <a:spcAft>
                <a:spcPct val="0"/>
              </a:spcAft>
              <a:defRPr sz="3200" b="1">
                <a:solidFill>
                  <a:schemeClr val="tx1"/>
                </a:solidFill>
                <a:latin typeface="黑体" pitchFamily="2" charset="-122"/>
                <a:ea typeface="黑体" pitchFamily="2" charset="-122"/>
              </a:defRPr>
            </a:lvl9pPr>
          </a:lstStyle>
          <a:p>
            <a:pPr eaLnBrk="1" hangingPunct="1"/>
            <a:r>
              <a:rPr lang="zh-CN" altLang="en-US" dirty="0">
                <a:solidFill>
                  <a:srgbClr val="FF0000"/>
                </a:solidFill>
                <a:latin typeface="Verdana" pitchFamily="34" charset="0"/>
                <a:sym typeface="宋体" pitchFamily="2" charset="-122"/>
              </a:rPr>
              <a:t>I=I</a:t>
            </a:r>
            <a:r>
              <a:rPr lang="zh-CN" altLang="en-US" baseline="-25000" dirty="0">
                <a:solidFill>
                  <a:srgbClr val="FF0000"/>
                </a:solidFill>
                <a:latin typeface="Verdana" pitchFamily="34" charset="0"/>
                <a:sym typeface="宋体" pitchFamily="2" charset="-122"/>
              </a:rPr>
              <a:t>1</a:t>
            </a:r>
            <a:r>
              <a:rPr lang="zh-CN" altLang="en-US" dirty="0">
                <a:solidFill>
                  <a:srgbClr val="FF0000"/>
                </a:solidFill>
                <a:latin typeface="Verdana" pitchFamily="34" charset="0"/>
                <a:sym typeface="宋体" pitchFamily="2" charset="-122"/>
              </a:rPr>
              <a:t>+I</a:t>
            </a:r>
            <a:r>
              <a:rPr lang="zh-CN" altLang="en-US" baseline="-25000" dirty="0">
                <a:solidFill>
                  <a:srgbClr val="FF0000"/>
                </a:solidFill>
                <a:latin typeface="Verdana" pitchFamily="34" charset="0"/>
                <a:sym typeface="宋体" pitchFamily="2" charset="-122"/>
              </a:rPr>
              <a:t>2</a:t>
            </a:r>
          </a:p>
        </p:txBody>
      </p:sp>
      <p:sp>
        <p:nvSpPr>
          <p:cNvPr id="13" name="Text Box 12"/>
          <p:cNvSpPr txBox="1">
            <a:spLocks noChangeArrowheads="1"/>
          </p:cNvSpPr>
          <p:nvPr/>
        </p:nvSpPr>
        <p:spPr bwMode="auto">
          <a:xfrm>
            <a:off x="5857884" y="3786190"/>
            <a:ext cx="252052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b="1">
                <a:solidFill>
                  <a:schemeClr val="tx1"/>
                </a:solidFill>
                <a:latin typeface="黑体" pitchFamily="2" charset="-122"/>
                <a:ea typeface="黑体" pitchFamily="2" charset="-122"/>
              </a:defRPr>
            </a:lvl1pPr>
            <a:lvl2pPr marL="742950" indent="-285750" eaLnBrk="0" hangingPunct="0">
              <a:defRPr sz="3200" b="1">
                <a:solidFill>
                  <a:schemeClr val="tx1"/>
                </a:solidFill>
                <a:latin typeface="黑体" pitchFamily="2" charset="-122"/>
                <a:ea typeface="黑体" pitchFamily="2" charset="-122"/>
              </a:defRPr>
            </a:lvl2pPr>
            <a:lvl3pPr marL="1143000" indent="-228600" eaLnBrk="0" hangingPunct="0">
              <a:defRPr sz="3200" b="1">
                <a:solidFill>
                  <a:schemeClr val="tx1"/>
                </a:solidFill>
                <a:latin typeface="黑体" pitchFamily="2" charset="-122"/>
                <a:ea typeface="黑体" pitchFamily="2" charset="-122"/>
              </a:defRPr>
            </a:lvl3pPr>
            <a:lvl4pPr marL="1600200" indent="-228600" eaLnBrk="0" hangingPunct="0">
              <a:defRPr sz="3200" b="1">
                <a:solidFill>
                  <a:schemeClr val="tx1"/>
                </a:solidFill>
                <a:latin typeface="黑体" pitchFamily="2" charset="-122"/>
                <a:ea typeface="黑体" pitchFamily="2" charset="-122"/>
              </a:defRPr>
            </a:lvl4pPr>
            <a:lvl5pPr marL="2057400" indent="-228600" eaLnBrk="0" hangingPunct="0">
              <a:defRPr sz="3200" b="1">
                <a:solidFill>
                  <a:schemeClr val="tx1"/>
                </a:solidFill>
                <a:latin typeface="黑体" pitchFamily="2" charset="-122"/>
                <a:ea typeface="黑体" pitchFamily="2" charset="-122"/>
              </a:defRPr>
            </a:lvl5pPr>
            <a:lvl6pPr marL="2514600" indent="-228600" eaLnBrk="0" fontAlgn="base" hangingPunct="0">
              <a:spcBef>
                <a:spcPct val="0"/>
              </a:spcBef>
              <a:spcAft>
                <a:spcPct val="0"/>
              </a:spcAft>
              <a:defRPr sz="3200" b="1">
                <a:solidFill>
                  <a:schemeClr val="tx1"/>
                </a:solidFill>
                <a:latin typeface="黑体" pitchFamily="2" charset="-122"/>
                <a:ea typeface="黑体" pitchFamily="2" charset="-122"/>
              </a:defRPr>
            </a:lvl6pPr>
            <a:lvl7pPr marL="2971800" indent="-228600" eaLnBrk="0" fontAlgn="base" hangingPunct="0">
              <a:spcBef>
                <a:spcPct val="0"/>
              </a:spcBef>
              <a:spcAft>
                <a:spcPct val="0"/>
              </a:spcAft>
              <a:defRPr sz="3200" b="1">
                <a:solidFill>
                  <a:schemeClr val="tx1"/>
                </a:solidFill>
                <a:latin typeface="黑体" pitchFamily="2" charset="-122"/>
                <a:ea typeface="黑体" pitchFamily="2" charset="-122"/>
              </a:defRPr>
            </a:lvl7pPr>
            <a:lvl8pPr marL="3429000" indent="-228600" eaLnBrk="0" fontAlgn="base" hangingPunct="0">
              <a:spcBef>
                <a:spcPct val="0"/>
              </a:spcBef>
              <a:spcAft>
                <a:spcPct val="0"/>
              </a:spcAft>
              <a:defRPr sz="3200" b="1">
                <a:solidFill>
                  <a:schemeClr val="tx1"/>
                </a:solidFill>
                <a:latin typeface="黑体" pitchFamily="2" charset="-122"/>
                <a:ea typeface="黑体" pitchFamily="2" charset="-122"/>
              </a:defRPr>
            </a:lvl8pPr>
            <a:lvl9pPr marL="3886200" indent="-228600" eaLnBrk="0" fontAlgn="base" hangingPunct="0">
              <a:spcBef>
                <a:spcPct val="0"/>
              </a:spcBef>
              <a:spcAft>
                <a:spcPct val="0"/>
              </a:spcAft>
              <a:defRPr sz="3200" b="1">
                <a:solidFill>
                  <a:schemeClr val="tx1"/>
                </a:solidFill>
                <a:latin typeface="黑体" pitchFamily="2" charset="-122"/>
                <a:ea typeface="黑体" pitchFamily="2" charset="-122"/>
              </a:defRPr>
            </a:lvl9pPr>
          </a:lstStyle>
          <a:p>
            <a:pPr eaLnBrk="1" hangingPunct="1"/>
            <a:r>
              <a:rPr lang="zh-CN" altLang="en-US" dirty="0">
                <a:solidFill>
                  <a:srgbClr val="FF0000"/>
                </a:solidFill>
                <a:latin typeface="Verdana" pitchFamily="34" charset="0"/>
                <a:sym typeface="宋体" pitchFamily="2" charset="-122"/>
              </a:rPr>
              <a:t>V=V</a:t>
            </a:r>
            <a:r>
              <a:rPr lang="zh-CN" altLang="en-US" baseline="-25000" dirty="0">
                <a:solidFill>
                  <a:srgbClr val="FF0000"/>
                </a:solidFill>
                <a:latin typeface="Verdana" pitchFamily="34" charset="0"/>
                <a:sym typeface="宋体" pitchFamily="2" charset="-122"/>
              </a:rPr>
              <a:t>1</a:t>
            </a:r>
            <a:r>
              <a:rPr lang="zh-CN" altLang="en-US" dirty="0">
                <a:solidFill>
                  <a:srgbClr val="FF0000"/>
                </a:solidFill>
                <a:latin typeface="Verdana" pitchFamily="34" charset="0"/>
                <a:sym typeface="宋体" pitchFamily="2" charset="-122"/>
              </a:rPr>
              <a:t>=V</a:t>
            </a:r>
            <a:r>
              <a:rPr lang="zh-CN" altLang="en-US" baseline="-25000" dirty="0">
                <a:solidFill>
                  <a:srgbClr val="FF0000"/>
                </a:solidFill>
                <a:latin typeface="Verdana" pitchFamily="34" charset="0"/>
                <a:sym typeface="宋体" pitchFamily="2" charset="-122"/>
              </a:rPr>
              <a:t>2</a:t>
            </a:r>
          </a:p>
        </p:txBody>
      </p:sp>
      <p:graphicFrame>
        <p:nvGraphicFramePr>
          <p:cNvPr id="15" name="Object 11"/>
          <p:cNvGraphicFramePr>
            <a:graphicFrameLocks noChangeAspect="1"/>
          </p:cNvGraphicFramePr>
          <p:nvPr>
            <p:extLst>
              <p:ext uri="{D42A27DB-BD31-4B8C-83A1-F6EECF244321}">
                <p14:modId xmlns:p14="http://schemas.microsoft.com/office/powerpoint/2010/main" val="3216965474"/>
              </p:ext>
            </p:extLst>
          </p:nvPr>
        </p:nvGraphicFramePr>
        <p:xfrm>
          <a:off x="5929322" y="5293236"/>
          <a:ext cx="2500329" cy="1136160"/>
        </p:xfrm>
        <a:graphic>
          <a:graphicData uri="http://schemas.openxmlformats.org/presentationml/2006/ole">
            <mc:AlternateContent xmlns:mc="http://schemas.openxmlformats.org/markup-compatibility/2006">
              <mc:Choice xmlns:v="urn:schemas-microsoft-com:vml" Requires="v">
                <p:oleObj r:id="rId9" imgW="901700" imgH="444500" progId="">
                  <p:embed/>
                </p:oleObj>
              </mc:Choice>
              <mc:Fallback>
                <p:oleObj r:id="rId9" imgW="901700" imgH="444500" progId="">
                  <p:embed/>
                  <p:pic>
                    <p:nvPicPr>
                      <p:cNvPr id="0"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29322" y="5293236"/>
                        <a:ext cx="2500329" cy="11361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2"/>
          <p:cNvSpPr>
            <a:spLocks noChangeArrowheads="1"/>
          </p:cNvSpPr>
          <p:nvPr/>
        </p:nvSpPr>
        <p:spPr bwMode="auto">
          <a:xfrm>
            <a:off x="3214678" y="571480"/>
            <a:ext cx="28051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sz="4400" dirty="0">
                <a:latin typeface="Verdana" pitchFamily="34" charset="0"/>
              </a:rPr>
              <a:t>小结</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386"/>
                                        </p:tgtEl>
                                        <p:attrNameLst>
                                          <p:attrName>style.visibility</p:attrName>
                                        </p:attrNameLst>
                                      </p:cBhvr>
                                      <p:to>
                                        <p:strVal val="visible"/>
                                      </p:to>
                                    </p:set>
                                    <p:animEffect transition="in" filter="blinds(horizontal)">
                                      <p:cBhvr>
                                        <p:cTn id="7" dur="500"/>
                                        <p:tgtEl>
                                          <p:spTgt spid="16386"/>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blinds(horizontal)">
                                      <p:cBhvr>
                                        <p:cTn id="11" dur="500"/>
                                        <p:tgtEl>
                                          <p:spTgt spid="1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6387"/>
                                        </p:tgtEl>
                                        <p:attrNameLst>
                                          <p:attrName>style.visibility</p:attrName>
                                        </p:attrNameLst>
                                      </p:cBhvr>
                                      <p:to>
                                        <p:strVal val="visible"/>
                                      </p:to>
                                    </p:set>
                                    <p:animEffect transition="in" filter="blinds(horizontal)">
                                      <p:cBhvr>
                                        <p:cTn id="16" dur="500"/>
                                        <p:tgtEl>
                                          <p:spTgt spid="16387"/>
                                        </p:tgtEl>
                                      </p:cBhvr>
                                    </p:animEffect>
                                  </p:childTnLst>
                                </p:cTn>
                              </p:par>
                            </p:childTnLst>
                          </p:cTn>
                        </p:par>
                        <p:par>
                          <p:cTn id="17" fill="hold">
                            <p:stCondLst>
                              <p:cond delay="500"/>
                            </p:stCondLst>
                            <p:childTnLst>
                              <p:par>
                                <p:cTn id="18" presetID="3" presetClass="entr" presetSubtype="10" fill="hold" grpId="0"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blinds(horizontal)">
                                      <p:cBhvr>
                                        <p:cTn id="20" dur="500"/>
                                        <p:tgtEl>
                                          <p:spTgt spid="1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6388"/>
                                        </p:tgtEl>
                                        <p:attrNameLst>
                                          <p:attrName>style.visibility</p:attrName>
                                        </p:attrNameLst>
                                      </p:cBhvr>
                                      <p:to>
                                        <p:strVal val="visible"/>
                                      </p:to>
                                    </p:set>
                                    <p:animEffect transition="in" filter="blinds(horizontal)">
                                      <p:cBhvr>
                                        <p:cTn id="25" dur="500"/>
                                        <p:tgtEl>
                                          <p:spTgt spid="16388"/>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1000"/>
                                        <p:tgtEl>
                                          <p:spTgt spid="15"/>
                                        </p:tgtEl>
                                      </p:cBhvr>
                                    </p:animEffect>
                                    <p:anim calcmode="lin" valueType="num">
                                      <p:cBhvr>
                                        <p:cTn id="31" dur="1000" fill="hold"/>
                                        <p:tgtEl>
                                          <p:spTgt spid="15"/>
                                        </p:tgtEl>
                                        <p:attrNameLst>
                                          <p:attrName>ppt_x</p:attrName>
                                        </p:attrNameLst>
                                      </p:cBhvr>
                                      <p:tavLst>
                                        <p:tav tm="0">
                                          <p:val>
                                            <p:strVal val="#ppt_x"/>
                                          </p:val>
                                        </p:tav>
                                        <p:tav tm="100000">
                                          <p:val>
                                            <p:strVal val="#ppt_x"/>
                                          </p:val>
                                        </p:tav>
                                      </p:tavLst>
                                    </p:anim>
                                    <p:anim calcmode="lin" valueType="num">
                                      <p:cBhvr>
                                        <p:cTn id="32"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autoUpdateAnimBg="0"/>
      <p:bldP spid="16387" grpId="0" autoUpdateAnimBg="0"/>
      <p:bldP spid="16388" grpId="0" autoUpdateAnimBg="0"/>
      <p:bldP spid="12" grpId="0" bldLvl="0" autoUpdateAnimBg="0"/>
      <p:bldP spid="13" grpId="0" bldLvl="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107504" y="908720"/>
            <a:ext cx="892899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dirty="0">
                <a:latin typeface="宋体" pitchFamily="2" charset="-122"/>
              </a:rPr>
              <a:t>在一并联电路中，电源的电压是36V，灯泡L</a:t>
            </a:r>
            <a:r>
              <a:rPr lang="zh-CN" altLang="en-US" baseline="-25000" dirty="0">
                <a:latin typeface="Verdana" pitchFamily="34" charset="0"/>
              </a:rPr>
              <a:t>1</a:t>
            </a:r>
            <a:r>
              <a:rPr lang="zh-CN" altLang="en-US" dirty="0">
                <a:latin typeface="宋体" pitchFamily="2" charset="-122"/>
              </a:rPr>
              <a:t>的电阻是10</a:t>
            </a:r>
            <a:r>
              <a:rPr lang="zh-CN" altLang="en-US" dirty="0">
                <a:latin typeface="宋体" pitchFamily="2" charset="-122"/>
                <a:sym typeface="宋体" pitchFamily="2" charset="-122"/>
              </a:rPr>
              <a:t>Ω，L</a:t>
            </a:r>
            <a:r>
              <a:rPr lang="zh-CN" altLang="en-US" baseline="-25000" dirty="0">
                <a:latin typeface="Verdana" pitchFamily="34" charset="0"/>
                <a:sym typeface="宋体" pitchFamily="2" charset="-122"/>
              </a:rPr>
              <a:t>2</a:t>
            </a:r>
            <a:r>
              <a:rPr lang="zh-CN" altLang="en-US" dirty="0">
                <a:latin typeface="宋体" pitchFamily="2" charset="-122"/>
                <a:sym typeface="宋体" pitchFamily="2" charset="-122"/>
              </a:rPr>
              <a:t>的电阻是40Ω.求开关S闭合时，电路的总电阻和总电流强度</a:t>
            </a:r>
            <a:r>
              <a:rPr lang="zh-CN" altLang="en-US" dirty="0">
                <a:latin typeface="宋体" pitchFamily="2" charset="-122"/>
              </a:rPr>
              <a:t>。</a:t>
            </a:r>
          </a:p>
        </p:txBody>
      </p:sp>
      <p:sp>
        <p:nvSpPr>
          <p:cNvPr id="11267" name="Rectangle 3"/>
          <p:cNvSpPr>
            <a:spLocks noChangeArrowheads="1"/>
          </p:cNvSpPr>
          <p:nvPr/>
        </p:nvSpPr>
        <p:spPr bwMode="auto">
          <a:xfrm>
            <a:off x="25385" y="357188"/>
            <a:ext cx="4572029"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3600" dirty="0">
                <a:solidFill>
                  <a:schemeClr val="tx2"/>
                </a:solidFill>
                <a:latin typeface="Verdana" pitchFamily="34" charset="0"/>
              </a:rPr>
              <a:t>【</a:t>
            </a:r>
            <a:r>
              <a:rPr lang="zh-CN" altLang="en-US" sz="3600" dirty="0">
                <a:solidFill>
                  <a:schemeClr val="tx2"/>
                </a:solidFill>
                <a:latin typeface="Verdana" pitchFamily="34" charset="0"/>
              </a:rPr>
              <a:t>例题 </a:t>
            </a:r>
            <a:r>
              <a:rPr lang="en-US" altLang="zh-CN" sz="3600" dirty="0">
                <a:solidFill>
                  <a:schemeClr val="tx2"/>
                </a:solidFill>
                <a:latin typeface="Verdana" pitchFamily="34" charset="0"/>
              </a:rPr>
              <a:t>2】</a:t>
            </a:r>
          </a:p>
        </p:txBody>
      </p:sp>
      <p:pic>
        <p:nvPicPr>
          <p:cNvPr id="11268" name="Picture 31" descr="tool"/>
          <p:cNvPicPr>
            <a:picLocks noChangeAspect="1" noChangeArrowheads="1"/>
          </p:cNvPicPr>
          <p:nvPr/>
        </p:nvPicPr>
        <p:blipFill>
          <a:blip r:embed="rId2">
            <a:extLst>
              <a:ext uri="{28A0092B-C50C-407E-A947-70E740481C1C}">
                <a14:useLocalDpi xmlns:a14="http://schemas.microsoft.com/office/drawing/2010/main" val="0"/>
              </a:ext>
            </a:extLst>
          </a:blip>
          <a:srcRect t="11871" b="7123"/>
          <a:stretch>
            <a:fillRect/>
          </a:stretch>
        </p:blipFill>
        <p:spPr bwMode="auto">
          <a:xfrm>
            <a:off x="0" y="0"/>
            <a:ext cx="914400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Rectangle 32">
            <a:hlinkClick r:id="rId3" action="ppaction://hlinksldjump"/>
          </p:cNvPr>
          <p:cNvSpPr>
            <a:spLocks noChangeArrowheads="1"/>
          </p:cNvSpPr>
          <p:nvPr/>
        </p:nvSpPr>
        <p:spPr bwMode="auto">
          <a:xfrm>
            <a:off x="1144588" y="100013"/>
            <a:ext cx="1009650" cy="157162"/>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1270" name="Rectangle 33">
            <a:hlinkClick r:id="rId3" action="ppaction://hlinksldjump"/>
          </p:cNvPr>
          <p:cNvSpPr>
            <a:spLocks noChangeArrowheads="1"/>
          </p:cNvSpPr>
          <p:nvPr/>
        </p:nvSpPr>
        <p:spPr bwMode="auto">
          <a:xfrm>
            <a:off x="231140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1271" name="Rectangle 34">
            <a:hlinkClick r:id="rId3" action="ppaction://hlinksldjump"/>
          </p:cNvPr>
          <p:cNvSpPr>
            <a:spLocks noChangeArrowheads="1"/>
          </p:cNvSpPr>
          <p:nvPr/>
        </p:nvSpPr>
        <p:spPr bwMode="auto">
          <a:xfrm>
            <a:off x="3476625"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1272" name="Rectangle 35">
            <a:hlinkClick r:id="rId3" action="ppaction://hlinksldjump"/>
          </p:cNvPr>
          <p:cNvSpPr>
            <a:spLocks noChangeArrowheads="1"/>
          </p:cNvSpPr>
          <p:nvPr/>
        </p:nvSpPr>
        <p:spPr bwMode="auto">
          <a:xfrm>
            <a:off x="462915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1273" name="Rectangle 36">
            <a:hlinkClick r:id="rId3" action="ppaction://hlinksldjump"/>
          </p:cNvPr>
          <p:cNvSpPr>
            <a:spLocks noChangeArrowheads="1"/>
          </p:cNvSpPr>
          <p:nvPr/>
        </p:nvSpPr>
        <p:spPr bwMode="auto">
          <a:xfrm>
            <a:off x="5834063" y="92075"/>
            <a:ext cx="1009650" cy="193675"/>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1274" name="Rectangle 37">
            <a:hlinkClick r:id="rId3" action="ppaction://hlinksldjump"/>
          </p:cNvPr>
          <p:cNvSpPr>
            <a:spLocks noChangeArrowheads="1"/>
          </p:cNvSpPr>
          <p:nvPr/>
        </p:nvSpPr>
        <p:spPr bwMode="auto">
          <a:xfrm>
            <a:off x="6977063"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graphicFrame>
        <p:nvGraphicFramePr>
          <p:cNvPr id="12299" name="Object 11"/>
          <p:cNvGraphicFramePr>
            <a:graphicFrameLocks noChangeAspect="1"/>
          </p:cNvGraphicFramePr>
          <p:nvPr/>
        </p:nvGraphicFramePr>
        <p:xfrm>
          <a:off x="250825" y="3068638"/>
          <a:ext cx="8713788" cy="1090612"/>
        </p:xfrm>
        <a:graphic>
          <a:graphicData uri="http://schemas.openxmlformats.org/presentationml/2006/ole">
            <mc:AlternateContent xmlns:mc="http://schemas.openxmlformats.org/markup-compatibility/2006">
              <mc:Choice xmlns:v="urn:schemas-microsoft-com:vml" Requires="v">
                <p:oleObj r:id="rId4" imgW="2121595" imgH="431810" progId="">
                  <p:embed/>
                </p:oleObj>
              </mc:Choice>
              <mc:Fallback>
                <p:oleObj r:id="rId4" imgW="2121595" imgH="431810" progId="">
                  <p:embed/>
                  <p:pic>
                    <p:nvPicPr>
                      <p:cNvPr id="0" name="Picture 5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825" y="3068638"/>
                        <a:ext cx="8713788" cy="1090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300" name="Object 12"/>
          <p:cNvGraphicFramePr>
            <a:graphicFrameLocks noChangeAspect="1"/>
          </p:cNvGraphicFramePr>
          <p:nvPr/>
        </p:nvGraphicFramePr>
        <p:xfrm>
          <a:off x="285720" y="4221163"/>
          <a:ext cx="4079875" cy="1050925"/>
        </p:xfrm>
        <a:graphic>
          <a:graphicData uri="http://schemas.openxmlformats.org/presentationml/2006/ole">
            <mc:AlternateContent xmlns:mc="http://schemas.openxmlformats.org/markup-compatibility/2006">
              <mc:Choice xmlns:v="urn:schemas-microsoft-com:vml" Requires="v">
                <p:oleObj r:id="rId6" imgW="939970" imgH="393635" progId="">
                  <p:embed/>
                </p:oleObj>
              </mc:Choice>
              <mc:Fallback>
                <p:oleObj r:id="rId6" imgW="939970" imgH="393635" progId="">
                  <p:embed/>
                  <p:pic>
                    <p:nvPicPr>
                      <p:cNvPr id="0" name="Picture 5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5720" y="4221163"/>
                        <a:ext cx="4079875" cy="1050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301" name="Object 13"/>
          <p:cNvGraphicFramePr>
            <a:graphicFrameLocks noChangeAspect="1"/>
          </p:cNvGraphicFramePr>
          <p:nvPr>
            <p:extLst>
              <p:ext uri="{D42A27DB-BD31-4B8C-83A1-F6EECF244321}">
                <p14:modId xmlns:p14="http://schemas.microsoft.com/office/powerpoint/2010/main" val="3725160556"/>
              </p:ext>
            </p:extLst>
          </p:nvPr>
        </p:nvGraphicFramePr>
        <p:xfrm>
          <a:off x="214282" y="5445125"/>
          <a:ext cx="5568950" cy="1050925"/>
        </p:xfrm>
        <a:graphic>
          <a:graphicData uri="http://schemas.openxmlformats.org/presentationml/2006/ole">
            <mc:AlternateContent xmlns:mc="http://schemas.openxmlformats.org/markup-compatibility/2006">
              <mc:Choice xmlns:v="urn:schemas-microsoft-com:vml" Requires="v">
                <p:oleObj name="Equation" r:id="rId8" imgW="1282680" imgH="393480" progId="">
                  <p:embed/>
                </p:oleObj>
              </mc:Choice>
              <mc:Fallback>
                <p:oleObj name="Equation" r:id="rId8" imgW="1282680" imgH="393480" progId="">
                  <p:embed/>
                  <p:pic>
                    <p:nvPicPr>
                      <p:cNvPr id="0" name="Picture 5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4282" y="5445125"/>
                        <a:ext cx="5568950" cy="1050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1290" name="Picture 26" descr="C:\Users\Teacher-2016\Pictures\circuit.jpg"/>
          <p:cNvPicPr>
            <a:picLocks noChangeAspect="1" noChangeArrowheads="1"/>
          </p:cNvPicPr>
          <p:nvPr/>
        </p:nvPicPr>
        <p:blipFill>
          <a:blip r:embed="rId10">
            <a:extLst>
              <a:ext uri="{28A0092B-C50C-407E-A947-70E740481C1C}">
                <a14:useLocalDpi xmlns:a14="http://schemas.microsoft.com/office/drawing/2010/main" val="0"/>
              </a:ext>
            </a:extLst>
          </a:blip>
          <a:srcRect r="7565"/>
          <a:stretch>
            <a:fillRect/>
          </a:stretch>
        </p:blipFill>
        <p:spPr bwMode="auto">
          <a:xfrm>
            <a:off x="5868144" y="4468366"/>
            <a:ext cx="3275856" cy="2345010"/>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p:cNvSpPr txBox="1"/>
          <p:nvPr/>
        </p:nvSpPr>
        <p:spPr>
          <a:xfrm>
            <a:off x="7452320" y="4335487"/>
            <a:ext cx="1220206" cy="461665"/>
          </a:xfrm>
          <a:prstGeom prst="rect">
            <a:avLst/>
          </a:prstGeom>
          <a:solidFill>
            <a:srgbClr val="92D050"/>
          </a:solidFill>
        </p:spPr>
        <p:txBody>
          <a:bodyPr wrap="none" rtlCol="0">
            <a:spAutoFit/>
          </a:bodyPr>
          <a:lstStyle/>
          <a:p>
            <a:r>
              <a:rPr lang="en-US" altLang="zh-CN" sz="2400" dirty="0">
                <a:solidFill>
                  <a:srgbClr val="002060"/>
                </a:solidFill>
                <a:latin typeface="宋体" pitchFamily="2" charset="-122"/>
              </a:rPr>
              <a:t>R</a:t>
            </a:r>
            <a:r>
              <a:rPr lang="en-US" altLang="zh-CN" sz="2400" baseline="-25000" dirty="0">
                <a:solidFill>
                  <a:srgbClr val="002060"/>
                </a:solidFill>
                <a:latin typeface="宋体" pitchFamily="2" charset="-122"/>
              </a:rPr>
              <a:t>1</a:t>
            </a:r>
            <a:r>
              <a:rPr lang="en-US" altLang="zh-CN" sz="2400" dirty="0">
                <a:solidFill>
                  <a:srgbClr val="002060"/>
                </a:solidFill>
                <a:latin typeface="宋体" pitchFamily="2" charset="-122"/>
              </a:rPr>
              <a:t>=10</a:t>
            </a:r>
            <a:r>
              <a:rPr lang="zh-CN" altLang="en-US" sz="2400" dirty="0">
                <a:solidFill>
                  <a:srgbClr val="002060"/>
                </a:solidFill>
                <a:latin typeface="宋体" pitchFamily="2" charset="-122"/>
                <a:sym typeface="宋体" pitchFamily="2" charset="-122"/>
              </a:rPr>
              <a:t>Ω</a:t>
            </a:r>
            <a:endParaRPr lang="en-MY" sz="2400" dirty="0">
              <a:solidFill>
                <a:srgbClr val="002060"/>
              </a:solidFill>
            </a:endParaRPr>
          </a:p>
        </p:txBody>
      </p:sp>
      <p:sp>
        <p:nvSpPr>
          <p:cNvPr id="16" name="TextBox 15"/>
          <p:cNvSpPr txBox="1"/>
          <p:nvPr/>
        </p:nvSpPr>
        <p:spPr>
          <a:xfrm>
            <a:off x="7291651" y="5058595"/>
            <a:ext cx="1220206" cy="461665"/>
          </a:xfrm>
          <a:prstGeom prst="rect">
            <a:avLst/>
          </a:prstGeom>
          <a:solidFill>
            <a:srgbClr val="92D050"/>
          </a:solidFill>
        </p:spPr>
        <p:txBody>
          <a:bodyPr wrap="none" rtlCol="0">
            <a:spAutoFit/>
          </a:bodyPr>
          <a:lstStyle/>
          <a:p>
            <a:r>
              <a:rPr lang="en-US" altLang="zh-CN" sz="2400" dirty="0">
                <a:solidFill>
                  <a:srgbClr val="002060"/>
                </a:solidFill>
                <a:latin typeface="宋体" pitchFamily="2" charset="-122"/>
              </a:rPr>
              <a:t>R</a:t>
            </a:r>
            <a:r>
              <a:rPr lang="en-US" altLang="zh-CN" sz="2400" baseline="-25000" dirty="0">
                <a:solidFill>
                  <a:srgbClr val="002060"/>
                </a:solidFill>
                <a:latin typeface="宋体" pitchFamily="2" charset="-122"/>
              </a:rPr>
              <a:t>2</a:t>
            </a:r>
            <a:r>
              <a:rPr lang="en-US" altLang="zh-CN" sz="2400" dirty="0">
                <a:solidFill>
                  <a:srgbClr val="002060"/>
                </a:solidFill>
                <a:latin typeface="宋体" pitchFamily="2" charset="-122"/>
              </a:rPr>
              <a:t>=40</a:t>
            </a:r>
            <a:r>
              <a:rPr lang="zh-CN" altLang="en-US" sz="2400" dirty="0">
                <a:solidFill>
                  <a:srgbClr val="002060"/>
                </a:solidFill>
                <a:latin typeface="宋体" pitchFamily="2" charset="-122"/>
                <a:sym typeface="宋体" pitchFamily="2" charset="-122"/>
              </a:rPr>
              <a:t>Ω</a:t>
            </a:r>
            <a:endParaRPr lang="en-MY" sz="2400" dirty="0">
              <a:solidFill>
                <a:srgbClr val="00206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290"/>
                                        </p:tgtEl>
                                        <p:attrNameLst>
                                          <p:attrName>style.visibility</p:attrName>
                                        </p:attrNameLst>
                                      </p:cBhvr>
                                      <p:to>
                                        <p:strVal val="visible"/>
                                      </p:to>
                                    </p:set>
                                    <p:animEffect transition="in" filter="fade">
                                      <p:cBhvr>
                                        <p:cTn id="7" dur="1000"/>
                                        <p:tgtEl>
                                          <p:spTgt spid="11290"/>
                                        </p:tgtEl>
                                      </p:cBhvr>
                                    </p:animEffect>
                                    <p:anim calcmode="lin" valueType="num">
                                      <p:cBhvr>
                                        <p:cTn id="8" dur="1000" fill="hold"/>
                                        <p:tgtEl>
                                          <p:spTgt spid="11290"/>
                                        </p:tgtEl>
                                        <p:attrNameLst>
                                          <p:attrName>ppt_x</p:attrName>
                                        </p:attrNameLst>
                                      </p:cBhvr>
                                      <p:tavLst>
                                        <p:tav tm="0">
                                          <p:val>
                                            <p:strVal val="#ppt_x"/>
                                          </p:val>
                                        </p:tav>
                                        <p:tav tm="100000">
                                          <p:val>
                                            <p:strVal val="#ppt_x"/>
                                          </p:val>
                                        </p:tav>
                                      </p:tavLst>
                                    </p:anim>
                                    <p:anim calcmode="lin" valueType="num">
                                      <p:cBhvr>
                                        <p:cTn id="9" dur="1000" fill="hold"/>
                                        <p:tgtEl>
                                          <p:spTgt spid="1129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wipe(down)">
                                      <p:cBhvr>
                                        <p:cTn id="14" dur="500"/>
                                        <p:tgtEl>
                                          <p:spTgt spid="15"/>
                                        </p:tgtEl>
                                      </p:cBhvr>
                                    </p:animEffect>
                                  </p:childTnLst>
                                </p:cTn>
                              </p:par>
                            </p:childTnLst>
                          </p:cTn>
                        </p:par>
                        <p:par>
                          <p:cTn id="15" fill="hold">
                            <p:stCondLst>
                              <p:cond delay="500"/>
                            </p:stCondLst>
                            <p:childTnLst>
                              <p:par>
                                <p:cTn id="16" presetID="22" presetClass="entr" presetSubtype="4" fill="hold" grpId="0" nodeType="after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down)">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2299"/>
                                        </p:tgtEl>
                                        <p:attrNameLst>
                                          <p:attrName>style.visibility</p:attrName>
                                        </p:attrNameLst>
                                      </p:cBhvr>
                                      <p:to>
                                        <p:strVal val="visible"/>
                                      </p:to>
                                    </p:set>
                                    <p:animEffect transition="in" filter="blinds(horizontal)">
                                      <p:cBhvr>
                                        <p:cTn id="23" dur="500"/>
                                        <p:tgtEl>
                                          <p:spTgt spid="1229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12300"/>
                                        </p:tgtEl>
                                        <p:attrNameLst>
                                          <p:attrName>style.visibility</p:attrName>
                                        </p:attrNameLst>
                                      </p:cBhvr>
                                      <p:to>
                                        <p:strVal val="visible"/>
                                      </p:to>
                                    </p:set>
                                    <p:animEffect transition="in" filter="blinds(horizontal)">
                                      <p:cBhvr>
                                        <p:cTn id="28" dur="500"/>
                                        <p:tgtEl>
                                          <p:spTgt spid="1230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12301"/>
                                        </p:tgtEl>
                                        <p:attrNameLst>
                                          <p:attrName>style.visibility</p:attrName>
                                        </p:attrNameLst>
                                      </p:cBhvr>
                                      <p:to>
                                        <p:strVal val="visible"/>
                                      </p:to>
                                    </p:set>
                                    <p:animEffect transition="in" filter="blinds(horizontal)">
                                      <p:cBhvr>
                                        <p:cTn id="33" dur="500"/>
                                        <p:tgtEl>
                                          <p:spTgt spid="12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359532" y="332656"/>
            <a:ext cx="8424936" cy="1569660"/>
          </a:xfrm>
          <a:prstGeom prst="rect">
            <a:avLst/>
          </a:prstGeom>
          <a:noFill/>
        </p:spPr>
        <p:txBody>
          <a:bodyPr wrap="square" rtlCol="0">
            <a:spAutoFit/>
          </a:bodyPr>
          <a:lstStyle/>
          <a:p>
            <a:r>
              <a:rPr lang="zh-CN" altLang="en-US" dirty="0"/>
              <a:t>课本</a:t>
            </a:r>
            <a:r>
              <a:rPr lang="en-US" altLang="zh-CN" dirty="0"/>
              <a:t>106 </a:t>
            </a:r>
            <a:r>
              <a:rPr lang="zh-CN" altLang="en-US" dirty="0"/>
              <a:t>页</a:t>
            </a:r>
            <a:endParaRPr lang="en-US" dirty="0"/>
          </a:p>
          <a:p>
            <a:r>
              <a:rPr lang="zh-CN" altLang="en-US" dirty="0"/>
              <a:t>如图，电阻</a:t>
            </a:r>
            <a:r>
              <a:rPr lang="en-US" altLang="zh-CN" dirty="0"/>
              <a:t>R</a:t>
            </a:r>
            <a:r>
              <a:rPr lang="en-US" altLang="zh-CN" baseline="-25000" dirty="0"/>
              <a:t>1</a:t>
            </a:r>
            <a:r>
              <a:rPr lang="en-US" altLang="zh-CN" dirty="0"/>
              <a:t>= 3</a:t>
            </a:r>
            <a:r>
              <a:rPr lang="el-GR" altLang="zh-CN" dirty="0"/>
              <a:t>Ω</a:t>
            </a:r>
            <a:r>
              <a:rPr lang="zh-CN" altLang="en-US" dirty="0"/>
              <a:t>，</a:t>
            </a:r>
            <a:r>
              <a:rPr lang="en-US" altLang="zh-CN" dirty="0"/>
              <a:t>R</a:t>
            </a:r>
            <a:r>
              <a:rPr lang="en-US" altLang="zh-CN" baseline="-25000" dirty="0"/>
              <a:t>2</a:t>
            </a:r>
            <a:r>
              <a:rPr lang="en-US" altLang="zh-CN" dirty="0"/>
              <a:t>= 6</a:t>
            </a:r>
            <a:r>
              <a:rPr lang="el-GR" altLang="zh-CN" dirty="0"/>
              <a:t>Ω</a:t>
            </a:r>
            <a:r>
              <a:rPr lang="zh-CN" altLang="en-US" dirty="0"/>
              <a:t>，安培计</a:t>
            </a:r>
            <a:r>
              <a:rPr lang="en-US" altLang="zh-CN" dirty="0"/>
              <a:t>A</a:t>
            </a:r>
            <a:r>
              <a:rPr lang="zh-CN" altLang="en-US" dirty="0"/>
              <a:t>的示数为</a:t>
            </a:r>
            <a:r>
              <a:rPr lang="en-US" altLang="zh-CN" dirty="0"/>
              <a:t>3A</a:t>
            </a:r>
            <a:r>
              <a:rPr lang="zh-CN" altLang="en-US" dirty="0"/>
              <a:t>。试求电路两端的电压和安培计</a:t>
            </a:r>
            <a:r>
              <a:rPr lang="en-US" altLang="zh-CN" dirty="0"/>
              <a:t>A</a:t>
            </a:r>
            <a:r>
              <a:rPr lang="en-US" altLang="zh-CN" baseline="-25000" dirty="0"/>
              <a:t>1</a:t>
            </a:r>
            <a:r>
              <a:rPr lang="zh-CN" altLang="en-US" dirty="0"/>
              <a:t>的示数</a:t>
            </a:r>
            <a:r>
              <a:rPr lang="en-US" altLang="zh-CN" dirty="0"/>
              <a:t>.</a:t>
            </a:r>
            <a:endParaRPr lang="en-MY" dirty="0"/>
          </a:p>
        </p:txBody>
      </p:sp>
      <p:pic>
        <p:nvPicPr>
          <p:cNvPr id="13314" name="Picture 2"/>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rot="16200000">
            <a:off x="4516786" y="1684014"/>
            <a:ext cx="3498835" cy="4684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2250525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323528" y="260648"/>
            <a:ext cx="8568952" cy="2554545"/>
          </a:xfrm>
          <a:prstGeom prst="rect">
            <a:avLst/>
          </a:prstGeom>
          <a:noFill/>
        </p:spPr>
        <p:txBody>
          <a:bodyPr wrap="square" rtlCol="0">
            <a:spAutoFit/>
          </a:bodyPr>
          <a:lstStyle/>
          <a:p>
            <a:r>
              <a:rPr lang="zh-CN" altLang="en-US" dirty="0"/>
              <a:t>课本</a:t>
            </a:r>
            <a:r>
              <a:rPr lang="en-US" altLang="zh-CN" dirty="0"/>
              <a:t>107</a:t>
            </a:r>
            <a:r>
              <a:rPr lang="zh-CN" altLang="en-US" dirty="0"/>
              <a:t>页</a:t>
            </a:r>
            <a:endParaRPr lang="en-US" altLang="zh-CN" dirty="0"/>
          </a:p>
          <a:p>
            <a:endParaRPr lang="en-US" dirty="0"/>
          </a:p>
          <a:p>
            <a:r>
              <a:rPr lang="zh-CN" altLang="en-US" dirty="0"/>
              <a:t>如图是一个测量电阻的电路，定值电阻</a:t>
            </a:r>
            <a:r>
              <a:rPr lang="en-US" altLang="zh-CN" dirty="0"/>
              <a:t>R</a:t>
            </a:r>
            <a:r>
              <a:rPr lang="en-US" altLang="zh-CN" baseline="-25000" dirty="0"/>
              <a:t>0</a:t>
            </a:r>
            <a:r>
              <a:rPr lang="zh-CN" altLang="en-US" dirty="0"/>
              <a:t>的阻值为</a:t>
            </a:r>
            <a:r>
              <a:rPr lang="en-US" altLang="zh-CN" dirty="0"/>
              <a:t>240</a:t>
            </a:r>
            <a:r>
              <a:rPr lang="el-GR" altLang="zh-CN" dirty="0"/>
              <a:t>Ω</a:t>
            </a:r>
            <a:r>
              <a:rPr lang="en-US" altLang="zh-CN" dirty="0"/>
              <a:t>,</a:t>
            </a:r>
            <a:r>
              <a:rPr lang="zh-CN" altLang="en-US" dirty="0"/>
              <a:t>当合下开关后，两个安培计</a:t>
            </a:r>
            <a:r>
              <a:rPr lang="en-US" altLang="zh-CN" dirty="0"/>
              <a:t>A</a:t>
            </a:r>
            <a:r>
              <a:rPr lang="en-US" altLang="zh-CN" baseline="-25000" dirty="0"/>
              <a:t>1</a:t>
            </a:r>
            <a:r>
              <a:rPr lang="zh-CN" altLang="en-US" dirty="0"/>
              <a:t>、</a:t>
            </a:r>
            <a:r>
              <a:rPr lang="en-US" altLang="zh-CN" dirty="0"/>
              <a:t>A</a:t>
            </a:r>
            <a:r>
              <a:rPr lang="en-US" altLang="zh-CN" baseline="-25000" dirty="0"/>
              <a:t>2</a:t>
            </a:r>
            <a:r>
              <a:rPr lang="zh-CN" altLang="en-US" dirty="0"/>
              <a:t>的示数分别为</a:t>
            </a:r>
            <a:r>
              <a:rPr lang="en-US" altLang="zh-CN" dirty="0"/>
              <a:t>2A</a:t>
            </a:r>
            <a:r>
              <a:rPr lang="zh-CN" altLang="en-US" dirty="0"/>
              <a:t>和</a:t>
            </a:r>
            <a:r>
              <a:rPr lang="en-US" altLang="zh-CN" dirty="0"/>
              <a:t>3A</a:t>
            </a:r>
            <a:r>
              <a:rPr lang="zh-CN" altLang="en-US" dirty="0"/>
              <a:t>，试求待测电阻</a:t>
            </a:r>
            <a:r>
              <a:rPr lang="en-US" altLang="zh-CN" dirty="0"/>
              <a:t>R</a:t>
            </a:r>
            <a:r>
              <a:rPr lang="en-US" altLang="zh-CN" baseline="-25000" dirty="0"/>
              <a:t>x</a:t>
            </a:r>
            <a:r>
              <a:rPr lang="zh-CN" altLang="en-US" dirty="0"/>
              <a:t>的阻值。</a:t>
            </a:r>
            <a:endParaRPr lang="en-MY" dirty="0"/>
          </a:p>
        </p:txBody>
      </p:sp>
      <p:pic>
        <p:nvPicPr>
          <p:cNvPr id="14338" name="Picture 2"/>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rot="16200000">
            <a:off x="5058994" y="2581968"/>
            <a:ext cx="3030175" cy="4004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926073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2290" name="WordArt 11"/>
          <p:cNvSpPr>
            <a:spLocks noChangeArrowheads="1" noChangeShapeType="1" noTextEdit="1"/>
          </p:cNvSpPr>
          <p:nvPr/>
        </p:nvSpPr>
        <p:spPr bwMode="auto">
          <a:xfrm>
            <a:off x="2916238" y="2492375"/>
            <a:ext cx="3352800" cy="838200"/>
          </a:xfrm>
          <a:prstGeom prst="rect">
            <a:avLst/>
          </a:prstGeom>
        </p:spPr>
        <p:txBody>
          <a:bodyPr wrap="none" fromWordArt="1">
            <a:prstTxWarp prst="textPlain">
              <a:avLst>
                <a:gd name="adj" fmla="val 50000"/>
              </a:avLst>
            </a:prstTxWarp>
          </a:bodyPr>
          <a:lstStyle/>
          <a:p>
            <a:pPr algn="ctr"/>
            <a:r>
              <a:rPr lang="zh-CN" altLang="en-US" sz="6600" kern="10">
                <a:ln w="9525">
                  <a:solidFill>
                    <a:srgbClr val="000000"/>
                  </a:solidFill>
                  <a:round/>
                  <a:headEnd/>
                  <a:tailEnd/>
                </a:ln>
                <a:solidFill>
                  <a:srgbClr val="000000"/>
                </a:solidFill>
                <a:effectLst>
                  <a:outerShdw dist="35921" dir="2700000" algn="ctr" rotWithShape="0">
                    <a:srgbClr val="808080">
                      <a:alpha val="78000"/>
                    </a:srgbClr>
                  </a:outerShdw>
                </a:effectLst>
                <a:latin typeface="黑体"/>
                <a:ea typeface="黑体"/>
              </a:rPr>
              <a:t>课内练习</a:t>
            </a:r>
            <a:endParaRPr lang="en-MY" sz="6600" kern="10">
              <a:ln w="9525">
                <a:solidFill>
                  <a:srgbClr val="000000"/>
                </a:solidFill>
                <a:round/>
                <a:headEnd/>
                <a:tailEnd/>
              </a:ln>
              <a:solidFill>
                <a:srgbClr val="000000"/>
              </a:solidFill>
              <a:effectLst>
                <a:outerShdw dist="35921" dir="2700000" algn="ctr" rotWithShape="0">
                  <a:srgbClr val="808080">
                    <a:alpha val="78000"/>
                  </a:srgbClr>
                </a:outerShdw>
              </a:effectLst>
              <a:latin typeface="黑体"/>
              <a:ea typeface="黑体"/>
            </a:endParaRPr>
          </a:p>
        </p:txBody>
      </p:sp>
      <p:pic>
        <p:nvPicPr>
          <p:cNvPr id="12291" name="Picture 31" descr="tool"/>
          <p:cNvPicPr>
            <a:picLocks noChangeAspect="1" noChangeArrowheads="1"/>
          </p:cNvPicPr>
          <p:nvPr/>
        </p:nvPicPr>
        <p:blipFill>
          <a:blip r:embed="rId2">
            <a:extLst>
              <a:ext uri="{28A0092B-C50C-407E-A947-70E740481C1C}">
                <a14:useLocalDpi xmlns:a14="http://schemas.microsoft.com/office/drawing/2010/main" val="0"/>
              </a:ext>
            </a:extLst>
          </a:blip>
          <a:srcRect t="11871" b="7123"/>
          <a:stretch>
            <a:fillRect/>
          </a:stretch>
        </p:blipFill>
        <p:spPr bwMode="auto">
          <a:xfrm>
            <a:off x="0" y="0"/>
            <a:ext cx="914400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Rectangle 32">
            <a:hlinkClick r:id="rId3" action="ppaction://hlinksldjump"/>
          </p:cNvPr>
          <p:cNvSpPr>
            <a:spLocks noChangeArrowheads="1"/>
          </p:cNvSpPr>
          <p:nvPr/>
        </p:nvSpPr>
        <p:spPr bwMode="auto">
          <a:xfrm>
            <a:off x="1144588" y="100013"/>
            <a:ext cx="1009650" cy="157162"/>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2293" name="Rectangle 33">
            <a:hlinkClick r:id="rId4" action="ppaction://hlinksldjump"/>
          </p:cNvPr>
          <p:cNvSpPr>
            <a:spLocks noChangeArrowheads="1"/>
          </p:cNvSpPr>
          <p:nvPr/>
        </p:nvSpPr>
        <p:spPr bwMode="auto">
          <a:xfrm>
            <a:off x="231140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2294" name="Rectangle 34">
            <a:hlinkClick r:id="rId5" action="ppaction://hlinksldjump"/>
          </p:cNvPr>
          <p:cNvSpPr>
            <a:spLocks noChangeArrowheads="1"/>
          </p:cNvSpPr>
          <p:nvPr/>
        </p:nvSpPr>
        <p:spPr bwMode="auto">
          <a:xfrm>
            <a:off x="3476625"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2295" name="Rectangle 35">
            <a:hlinkClick r:id="rId6" action="ppaction://hlinksldjump"/>
          </p:cNvPr>
          <p:cNvSpPr>
            <a:spLocks noChangeArrowheads="1"/>
          </p:cNvSpPr>
          <p:nvPr/>
        </p:nvSpPr>
        <p:spPr bwMode="auto">
          <a:xfrm>
            <a:off x="462915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2296" name="Rectangle 36">
            <a:hlinkClick r:id="rId7" action="ppaction://hlinksldjump"/>
          </p:cNvPr>
          <p:cNvSpPr>
            <a:spLocks noChangeArrowheads="1"/>
          </p:cNvSpPr>
          <p:nvPr/>
        </p:nvSpPr>
        <p:spPr bwMode="auto">
          <a:xfrm>
            <a:off x="5834063" y="92075"/>
            <a:ext cx="1009650" cy="193675"/>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2297" name="Rectangle 37">
            <a:hlinkClick r:id="rId8" action="ppaction://hlinksldjump"/>
          </p:cNvPr>
          <p:cNvSpPr>
            <a:spLocks noChangeArrowheads="1"/>
          </p:cNvSpPr>
          <p:nvPr/>
        </p:nvSpPr>
        <p:spPr bwMode="auto">
          <a:xfrm>
            <a:off x="6977063"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3492500" y="404813"/>
            <a:ext cx="28051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3600" dirty="0">
                <a:latin typeface="Verdana" pitchFamily="34" charset="0"/>
              </a:rPr>
              <a:t>课内练习</a:t>
            </a:r>
          </a:p>
        </p:txBody>
      </p:sp>
      <p:sp>
        <p:nvSpPr>
          <p:cNvPr id="13315" name="Text Box 3"/>
          <p:cNvSpPr txBox="1">
            <a:spLocks noChangeArrowheads="1"/>
          </p:cNvSpPr>
          <p:nvPr/>
        </p:nvSpPr>
        <p:spPr bwMode="auto">
          <a:xfrm>
            <a:off x="468313" y="1082675"/>
            <a:ext cx="7634287" cy="204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3200" b="1">
                <a:solidFill>
                  <a:schemeClr val="tx1"/>
                </a:solidFill>
                <a:latin typeface="黑体" pitchFamily="2" charset="-122"/>
                <a:ea typeface="黑体" pitchFamily="2" charset="-122"/>
              </a:defRPr>
            </a:lvl1pPr>
            <a:lvl2pPr marL="742950" indent="-285750" eaLnBrk="0" hangingPunct="0">
              <a:defRPr sz="3200" b="1">
                <a:solidFill>
                  <a:schemeClr val="tx1"/>
                </a:solidFill>
                <a:latin typeface="黑体" pitchFamily="2" charset="-122"/>
                <a:ea typeface="黑体" pitchFamily="2" charset="-122"/>
              </a:defRPr>
            </a:lvl2pPr>
            <a:lvl3pPr marL="1143000" indent="-228600" eaLnBrk="0" hangingPunct="0">
              <a:defRPr sz="3200" b="1">
                <a:solidFill>
                  <a:schemeClr val="tx1"/>
                </a:solidFill>
                <a:latin typeface="黑体" pitchFamily="2" charset="-122"/>
                <a:ea typeface="黑体" pitchFamily="2" charset="-122"/>
              </a:defRPr>
            </a:lvl3pPr>
            <a:lvl4pPr marL="1600200" indent="-228600" eaLnBrk="0" hangingPunct="0">
              <a:defRPr sz="3200" b="1">
                <a:solidFill>
                  <a:schemeClr val="tx1"/>
                </a:solidFill>
                <a:latin typeface="黑体" pitchFamily="2" charset="-122"/>
                <a:ea typeface="黑体" pitchFamily="2" charset="-122"/>
              </a:defRPr>
            </a:lvl4pPr>
            <a:lvl5pPr marL="2057400" indent="-228600" eaLnBrk="0" hangingPunct="0">
              <a:defRPr sz="3200" b="1">
                <a:solidFill>
                  <a:schemeClr val="tx1"/>
                </a:solidFill>
                <a:latin typeface="黑体" pitchFamily="2" charset="-122"/>
                <a:ea typeface="黑体" pitchFamily="2" charset="-122"/>
              </a:defRPr>
            </a:lvl5pPr>
            <a:lvl6pPr marL="2514600" indent="-228600" eaLnBrk="0" fontAlgn="base" hangingPunct="0">
              <a:spcBef>
                <a:spcPct val="0"/>
              </a:spcBef>
              <a:spcAft>
                <a:spcPct val="0"/>
              </a:spcAft>
              <a:defRPr sz="3200" b="1">
                <a:solidFill>
                  <a:schemeClr val="tx1"/>
                </a:solidFill>
                <a:latin typeface="黑体" pitchFamily="2" charset="-122"/>
                <a:ea typeface="黑体" pitchFamily="2" charset="-122"/>
              </a:defRPr>
            </a:lvl6pPr>
            <a:lvl7pPr marL="2971800" indent="-228600" eaLnBrk="0" fontAlgn="base" hangingPunct="0">
              <a:spcBef>
                <a:spcPct val="0"/>
              </a:spcBef>
              <a:spcAft>
                <a:spcPct val="0"/>
              </a:spcAft>
              <a:defRPr sz="3200" b="1">
                <a:solidFill>
                  <a:schemeClr val="tx1"/>
                </a:solidFill>
                <a:latin typeface="黑体" pitchFamily="2" charset="-122"/>
                <a:ea typeface="黑体" pitchFamily="2" charset="-122"/>
              </a:defRPr>
            </a:lvl7pPr>
            <a:lvl8pPr marL="3429000" indent="-228600" eaLnBrk="0" fontAlgn="base" hangingPunct="0">
              <a:spcBef>
                <a:spcPct val="0"/>
              </a:spcBef>
              <a:spcAft>
                <a:spcPct val="0"/>
              </a:spcAft>
              <a:defRPr sz="3200" b="1">
                <a:solidFill>
                  <a:schemeClr val="tx1"/>
                </a:solidFill>
                <a:latin typeface="黑体" pitchFamily="2" charset="-122"/>
                <a:ea typeface="黑体" pitchFamily="2" charset="-122"/>
              </a:defRPr>
            </a:lvl8pPr>
            <a:lvl9pPr marL="3886200" indent="-228600" eaLnBrk="0" fontAlgn="base" hangingPunct="0">
              <a:spcBef>
                <a:spcPct val="0"/>
              </a:spcBef>
              <a:spcAft>
                <a:spcPct val="0"/>
              </a:spcAft>
              <a:defRPr sz="3200" b="1">
                <a:solidFill>
                  <a:schemeClr val="tx1"/>
                </a:solidFill>
                <a:latin typeface="黑体" pitchFamily="2" charset="-122"/>
                <a:ea typeface="黑体" pitchFamily="2" charset="-122"/>
              </a:defRPr>
            </a:lvl9pPr>
          </a:lstStyle>
          <a:p>
            <a:pPr eaLnBrk="1" hangingPunct="1">
              <a:spcBef>
                <a:spcPct val="50000"/>
              </a:spcBef>
            </a:pPr>
            <a:r>
              <a:rPr lang="en-US" altLang="zh-CN" dirty="0"/>
              <a:t>1.</a:t>
            </a:r>
            <a:r>
              <a:rPr lang="zh-CN" altLang="en-US" dirty="0"/>
              <a:t>一根铜导线和一根镍烙合金线，长短粗细都相等，把它们并联在电路里，哪根导线里的电流较大？哪根导线两端的电压大？为什么？</a:t>
            </a:r>
          </a:p>
        </p:txBody>
      </p:sp>
      <p:sp>
        <p:nvSpPr>
          <p:cNvPr id="14340" name="Text Box 4"/>
          <p:cNvSpPr txBox="1">
            <a:spLocks noChangeArrowheads="1"/>
          </p:cNvSpPr>
          <p:nvPr/>
        </p:nvSpPr>
        <p:spPr bwMode="auto">
          <a:xfrm>
            <a:off x="466725" y="3860800"/>
            <a:ext cx="8208963"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3200" b="1">
                <a:solidFill>
                  <a:schemeClr val="tx1"/>
                </a:solidFill>
                <a:latin typeface="黑体" pitchFamily="2" charset="-122"/>
                <a:ea typeface="黑体" pitchFamily="2" charset="-122"/>
              </a:defRPr>
            </a:lvl1pPr>
            <a:lvl2pPr marL="742950" indent="-285750" eaLnBrk="0" hangingPunct="0">
              <a:defRPr sz="3200" b="1">
                <a:solidFill>
                  <a:schemeClr val="tx1"/>
                </a:solidFill>
                <a:latin typeface="黑体" pitchFamily="2" charset="-122"/>
                <a:ea typeface="黑体" pitchFamily="2" charset="-122"/>
              </a:defRPr>
            </a:lvl2pPr>
            <a:lvl3pPr marL="1143000" indent="-228600" eaLnBrk="0" hangingPunct="0">
              <a:defRPr sz="3200" b="1">
                <a:solidFill>
                  <a:schemeClr val="tx1"/>
                </a:solidFill>
                <a:latin typeface="黑体" pitchFamily="2" charset="-122"/>
                <a:ea typeface="黑体" pitchFamily="2" charset="-122"/>
              </a:defRPr>
            </a:lvl3pPr>
            <a:lvl4pPr marL="1600200" indent="-228600" eaLnBrk="0" hangingPunct="0">
              <a:defRPr sz="3200" b="1">
                <a:solidFill>
                  <a:schemeClr val="tx1"/>
                </a:solidFill>
                <a:latin typeface="黑体" pitchFamily="2" charset="-122"/>
                <a:ea typeface="黑体" pitchFamily="2" charset="-122"/>
              </a:defRPr>
            </a:lvl4pPr>
            <a:lvl5pPr marL="2057400" indent="-228600" eaLnBrk="0" hangingPunct="0">
              <a:defRPr sz="3200" b="1">
                <a:solidFill>
                  <a:schemeClr val="tx1"/>
                </a:solidFill>
                <a:latin typeface="黑体" pitchFamily="2" charset="-122"/>
                <a:ea typeface="黑体" pitchFamily="2" charset="-122"/>
              </a:defRPr>
            </a:lvl5pPr>
            <a:lvl6pPr marL="2514600" indent="-228600" eaLnBrk="0" fontAlgn="base" hangingPunct="0">
              <a:spcBef>
                <a:spcPct val="0"/>
              </a:spcBef>
              <a:spcAft>
                <a:spcPct val="0"/>
              </a:spcAft>
              <a:defRPr sz="3200" b="1">
                <a:solidFill>
                  <a:schemeClr val="tx1"/>
                </a:solidFill>
                <a:latin typeface="黑体" pitchFamily="2" charset="-122"/>
                <a:ea typeface="黑体" pitchFamily="2" charset="-122"/>
              </a:defRPr>
            </a:lvl6pPr>
            <a:lvl7pPr marL="2971800" indent="-228600" eaLnBrk="0" fontAlgn="base" hangingPunct="0">
              <a:spcBef>
                <a:spcPct val="0"/>
              </a:spcBef>
              <a:spcAft>
                <a:spcPct val="0"/>
              </a:spcAft>
              <a:defRPr sz="3200" b="1">
                <a:solidFill>
                  <a:schemeClr val="tx1"/>
                </a:solidFill>
                <a:latin typeface="黑体" pitchFamily="2" charset="-122"/>
                <a:ea typeface="黑体" pitchFamily="2" charset="-122"/>
              </a:defRPr>
            </a:lvl7pPr>
            <a:lvl8pPr marL="3429000" indent="-228600" eaLnBrk="0" fontAlgn="base" hangingPunct="0">
              <a:spcBef>
                <a:spcPct val="0"/>
              </a:spcBef>
              <a:spcAft>
                <a:spcPct val="0"/>
              </a:spcAft>
              <a:defRPr sz="3200" b="1">
                <a:solidFill>
                  <a:schemeClr val="tx1"/>
                </a:solidFill>
                <a:latin typeface="黑体" pitchFamily="2" charset="-122"/>
                <a:ea typeface="黑体" pitchFamily="2" charset="-122"/>
              </a:defRPr>
            </a:lvl8pPr>
            <a:lvl9pPr marL="3886200" indent="-228600" eaLnBrk="0" fontAlgn="base" hangingPunct="0">
              <a:spcBef>
                <a:spcPct val="0"/>
              </a:spcBef>
              <a:spcAft>
                <a:spcPct val="0"/>
              </a:spcAft>
              <a:defRPr sz="3200" b="1">
                <a:solidFill>
                  <a:schemeClr val="tx1"/>
                </a:solidFill>
                <a:latin typeface="黑体" pitchFamily="2" charset="-122"/>
                <a:ea typeface="黑体" pitchFamily="2" charset="-122"/>
              </a:defRPr>
            </a:lvl9pPr>
          </a:lstStyle>
          <a:p>
            <a:pPr eaLnBrk="1" hangingPunct="1">
              <a:spcBef>
                <a:spcPct val="50000"/>
              </a:spcBef>
            </a:pPr>
            <a:r>
              <a:rPr lang="en-US" altLang="zh-CN"/>
              <a:t>2.</a:t>
            </a:r>
            <a:r>
              <a:rPr lang="zh-CN" altLang="en-US"/>
              <a:t>有人说：“并联的几个导体的总电阻，等于各导体的电阻的倒数之和。”这个说法对吗？如果不对，错在哪里？</a:t>
            </a:r>
          </a:p>
        </p:txBody>
      </p:sp>
      <p:sp>
        <p:nvSpPr>
          <p:cNvPr id="14341" name="Text Box 5"/>
          <p:cNvSpPr txBox="1">
            <a:spLocks noChangeArrowheads="1"/>
          </p:cNvSpPr>
          <p:nvPr/>
        </p:nvSpPr>
        <p:spPr bwMode="auto">
          <a:xfrm>
            <a:off x="901700" y="3141663"/>
            <a:ext cx="52546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3200" b="1">
                <a:solidFill>
                  <a:schemeClr val="tx1"/>
                </a:solidFill>
                <a:latin typeface="黑体" pitchFamily="2" charset="-122"/>
                <a:ea typeface="黑体" pitchFamily="2" charset="-122"/>
              </a:defRPr>
            </a:lvl1pPr>
            <a:lvl2pPr marL="742950" indent="-285750" eaLnBrk="0" hangingPunct="0">
              <a:defRPr sz="3200" b="1">
                <a:solidFill>
                  <a:schemeClr val="tx1"/>
                </a:solidFill>
                <a:latin typeface="黑体" pitchFamily="2" charset="-122"/>
                <a:ea typeface="黑体" pitchFamily="2" charset="-122"/>
              </a:defRPr>
            </a:lvl2pPr>
            <a:lvl3pPr marL="1143000" indent="-228600" eaLnBrk="0" hangingPunct="0">
              <a:defRPr sz="3200" b="1">
                <a:solidFill>
                  <a:schemeClr val="tx1"/>
                </a:solidFill>
                <a:latin typeface="黑体" pitchFamily="2" charset="-122"/>
                <a:ea typeface="黑体" pitchFamily="2" charset="-122"/>
              </a:defRPr>
            </a:lvl3pPr>
            <a:lvl4pPr marL="1600200" indent="-228600" eaLnBrk="0" hangingPunct="0">
              <a:defRPr sz="3200" b="1">
                <a:solidFill>
                  <a:schemeClr val="tx1"/>
                </a:solidFill>
                <a:latin typeface="黑体" pitchFamily="2" charset="-122"/>
                <a:ea typeface="黑体" pitchFamily="2" charset="-122"/>
              </a:defRPr>
            </a:lvl4pPr>
            <a:lvl5pPr marL="2057400" indent="-228600" eaLnBrk="0" hangingPunct="0">
              <a:defRPr sz="3200" b="1">
                <a:solidFill>
                  <a:schemeClr val="tx1"/>
                </a:solidFill>
                <a:latin typeface="黑体" pitchFamily="2" charset="-122"/>
                <a:ea typeface="黑体" pitchFamily="2" charset="-122"/>
              </a:defRPr>
            </a:lvl5pPr>
            <a:lvl6pPr marL="2514600" indent="-228600" eaLnBrk="0" fontAlgn="base" hangingPunct="0">
              <a:spcBef>
                <a:spcPct val="0"/>
              </a:spcBef>
              <a:spcAft>
                <a:spcPct val="0"/>
              </a:spcAft>
              <a:defRPr sz="3200" b="1">
                <a:solidFill>
                  <a:schemeClr val="tx1"/>
                </a:solidFill>
                <a:latin typeface="黑体" pitchFamily="2" charset="-122"/>
                <a:ea typeface="黑体" pitchFamily="2" charset="-122"/>
              </a:defRPr>
            </a:lvl6pPr>
            <a:lvl7pPr marL="2971800" indent="-228600" eaLnBrk="0" fontAlgn="base" hangingPunct="0">
              <a:spcBef>
                <a:spcPct val="0"/>
              </a:spcBef>
              <a:spcAft>
                <a:spcPct val="0"/>
              </a:spcAft>
              <a:defRPr sz="3200" b="1">
                <a:solidFill>
                  <a:schemeClr val="tx1"/>
                </a:solidFill>
                <a:latin typeface="黑体" pitchFamily="2" charset="-122"/>
                <a:ea typeface="黑体" pitchFamily="2" charset="-122"/>
              </a:defRPr>
            </a:lvl7pPr>
            <a:lvl8pPr marL="3429000" indent="-228600" eaLnBrk="0" fontAlgn="base" hangingPunct="0">
              <a:spcBef>
                <a:spcPct val="0"/>
              </a:spcBef>
              <a:spcAft>
                <a:spcPct val="0"/>
              </a:spcAft>
              <a:defRPr sz="3200" b="1">
                <a:solidFill>
                  <a:schemeClr val="tx1"/>
                </a:solidFill>
                <a:latin typeface="黑体" pitchFamily="2" charset="-122"/>
                <a:ea typeface="黑体" pitchFamily="2" charset="-122"/>
              </a:defRPr>
            </a:lvl8pPr>
            <a:lvl9pPr marL="3886200" indent="-228600" eaLnBrk="0" fontAlgn="base" hangingPunct="0">
              <a:spcBef>
                <a:spcPct val="0"/>
              </a:spcBef>
              <a:spcAft>
                <a:spcPct val="0"/>
              </a:spcAft>
              <a:defRPr sz="3200" b="1">
                <a:solidFill>
                  <a:schemeClr val="tx1"/>
                </a:solidFill>
                <a:latin typeface="黑体" pitchFamily="2" charset="-122"/>
                <a:ea typeface="黑体" pitchFamily="2" charset="-122"/>
              </a:defRPr>
            </a:lvl9pPr>
          </a:lstStyle>
          <a:p>
            <a:pPr eaLnBrk="1" hangingPunct="1">
              <a:spcBef>
                <a:spcPct val="50000"/>
              </a:spcBef>
            </a:pPr>
            <a:r>
              <a:rPr lang="zh-CN" altLang="en-US">
                <a:solidFill>
                  <a:srgbClr val="FF0000"/>
                </a:solidFill>
              </a:rPr>
              <a:t>铜导线电流大；电压一样大</a:t>
            </a:r>
          </a:p>
        </p:txBody>
      </p:sp>
      <p:sp>
        <p:nvSpPr>
          <p:cNvPr id="14342" name="Text Box 6"/>
          <p:cNvSpPr txBox="1">
            <a:spLocks noChangeArrowheads="1"/>
          </p:cNvSpPr>
          <p:nvPr/>
        </p:nvSpPr>
        <p:spPr bwMode="auto">
          <a:xfrm>
            <a:off x="755650" y="5518150"/>
            <a:ext cx="7921625" cy="1325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3200" b="1">
                <a:solidFill>
                  <a:schemeClr val="tx1"/>
                </a:solidFill>
                <a:latin typeface="黑体" pitchFamily="2" charset="-122"/>
                <a:ea typeface="黑体" pitchFamily="2" charset="-122"/>
              </a:defRPr>
            </a:lvl1pPr>
            <a:lvl2pPr marL="742950" indent="-285750" eaLnBrk="0" hangingPunct="0">
              <a:defRPr sz="3200" b="1">
                <a:solidFill>
                  <a:schemeClr val="tx1"/>
                </a:solidFill>
                <a:latin typeface="黑体" pitchFamily="2" charset="-122"/>
                <a:ea typeface="黑体" pitchFamily="2" charset="-122"/>
              </a:defRPr>
            </a:lvl2pPr>
            <a:lvl3pPr marL="1143000" indent="-228600" eaLnBrk="0" hangingPunct="0">
              <a:defRPr sz="3200" b="1">
                <a:solidFill>
                  <a:schemeClr val="tx1"/>
                </a:solidFill>
                <a:latin typeface="黑体" pitchFamily="2" charset="-122"/>
                <a:ea typeface="黑体" pitchFamily="2" charset="-122"/>
              </a:defRPr>
            </a:lvl3pPr>
            <a:lvl4pPr marL="1600200" indent="-228600" eaLnBrk="0" hangingPunct="0">
              <a:defRPr sz="3200" b="1">
                <a:solidFill>
                  <a:schemeClr val="tx1"/>
                </a:solidFill>
                <a:latin typeface="黑体" pitchFamily="2" charset="-122"/>
                <a:ea typeface="黑体" pitchFamily="2" charset="-122"/>
              </a:defRPr>
            </a:lvl4pPr>
            <a:lvl5pPr marL="2057400" indent="-228600" eaLnBrk="0" hangingPunct="0">
              <a:defRPr sz="3200" b="1">
                <a:solidFill>
                  <a:schemeClr val="tx1"/>
                </a:solidFill>
                <a:latin typeface="黑体" pitchFamily="2" charset="-122"/>
                <a:ea typeface="黑体" pitchFamily="2" charset="-122"/>
              </a:defRPr>
            </a:lvl5pPr>
            <a:lvl6pPr marL="2514600" indent="-228600" eaLnBrk="0" fontAlgn="base" hangingPunct="0">
              <a:spcBef>
                <a:spcPct val="0"/>
              </a:spcBef>
              <a:spcAft>
                <a:spcPct val="0"/>
              </a:spcAft>
              <a:defRPr sz="3200" b="1">
                <a:solidFill>
                  <a:schemeClr val="tx1"/>
                </a:solidFill>
                <a:latin typeface="黑体" pitchFamily="2" charset="-122"/>
                <a:ea typeface="黑体" pitchFamily="2" charset="-122"/>
              </a:defRPr>
            </a:lvl6pPr>
            <a:lvl7pPr marL="2971800" indent="-228600" eaLnBrk="0" fontAlgn="base" hangingPunct="0">
              <a:spcBef>
                <a:spcPct val="0"/>
              </a:spcBef>
              <a:spcAft>
                <a:spcPct val="0"/>
              </a:spcAft>
              <a:defRPr sz="3200" b="1">
                <a:solidFill>
                  <a:schemeClr val="tx1"/>
                </a:solidFill>
                <a:latin typeface="黑体" pitchFamily="2" charset="-122"/>
                <a:ea typeface="黑体" pitchFamily="2" charset="-122"/>
              </a:defRPr>
            </a:lvl7pPr>
            <a:lvl8pPr marL="3429000" indent="-228600" eaLnBrk="0" fontAlgn="base" hangingPunct="0">
              <a:spcBef>
                <a:spcPct val="0"/>
              </a:spcBef>
              <a:spcAft>
                <a:spcPct val="0"/>
              </a:spcAft>
              <a:defRPr sz="3200" b="1">
                <a:solidFill>
                  <a:schemeClr val="tx1"/>
                </a:solidFill>
                <a:latin typeface="黑体" pitchFamily="2" charset="-122"/>
                <a:ea typeface="黑体" pitchFamily="2" charset="-122"/>
              </a:defRPr>
            </a:lvl8pPr>
            <a:lvl9pPr marL="3886200" indent="-228600" eaLnBrk="0" fontAlgn="base" hangingPunct="0">
              <a:spcBef>
                <a:spcPct val="0"/>
              </a:spcBef>
              <a:spcAft>
                <a:spcPct val="0"/>
              </a:spcAft>
              <a:defRPr sz="3200" b="1">
                <a:solidFill>
                  <a:schemeClr val="tx1"/>
                </a:solidFill>
                <a:latin typeface="黑体" pitchFamily="2" charset="-122"/>
                <a:ea typeface="黑体" pitchFamily="2" charset="-122"/>
              </a:defRPr>
            </a:lvl9pPr>
          </a:lstStyle>
          <a:p>
            <a:pPr eaLnBrk="1" hangingPunct="1">
              <a:spcBef>
                <a:spcPct val="50000"/>
              </a:spcBef>
            </a:pPr>
            <a:r>
              <a:rPr lang="zh-CN" altLang="en-US" b="0" dirty="0">
                <a:solidFill>
                  <a:srgbClr val="FF0000"/>
                </a:solidFill>
              </a:rPr>
              <a:t>不对；并联总电阻</a:t>
            </a:r>
            <a:r>
              <a:rPr lang="zh-CN" altLang="en-US" sz="4800" dirty="0">
                <a:solidFill>
                  <a:srgbClr val="FF0000"/>
                </a:solidFill>
              </a:rPr>
              <a:t>的倒数</a:t>
            </a:r>
            <a:r>
              <a:rPr lang="zh-CN" altLang="en-US" b="0" dirty="0">
                <a:solidFill>
                  <a:srgbClr val="FF0000"/>
                </a:solidFill>
              </a:rPr>
              <a:t>等于</a:t>
            </a:r>
            <a:r>
              <a:rPr lang="zh-CN" altLang="en-US" b="0" dirty="0">
                <a:solidFill>
                  <a:srgbClr val="FF0000"/>
                </a:solidFill>
                <a:latin typeface="Arial" charset="0"/>
              </a:rPr>
              <a:t>各导体的电阻的倒数之和。</a:t>
            </a:r>
          </a:p>
        </p:txBody>
      </p:sp>
      <p:pic>
        <p:nvPicPr>
          <p:cNvPr id="13319" name="Picture 31" descr="tool"/>
          <p:cNvPicPr>
            <a:picLocks noChangeAspect="1" noChangeArrowheads="1"/>
          </p:cNvPicPr>
          <p:nvPr/>
        </p:nvPicPr>
        <p:blipFill>
          <a:blip r:embed="rId3">
            <a:extLst>
              <a:ext uri="{28A0092B-C50C-407E-A947-70E740481C1C}">
                <a14:useLocalDpi xmlns:a14="http://schemas.microsoft.com/office/drawing/2010/main" val="0"/>
              </a:ext>
            </a:extLst>
          </a:blip>
          <a:srcRect t="11871" b="7123"/>
          <a:stretch>
            <a:fillRect/>
          </a:stretch>
        </p:blipFill>
        <p:spPr bwMode="auto">
          <a:xfrm>
            <a:off x="0" y="0"/>
            <a:ext cx="914400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0" name="Rectangle 32">
            <a:hlinkClick r:id="rId4" action="ppaction://hlinksldjump"/>
          </p:cNvPr>
          <p:cNvSpPr>
            <a:spLocks noChangeArrowheads="1"/>
          </p:cNvSpPr>
          <p:nvPr/>
        </p:nvSpPr>
        <p:spPr bwMode="auto">
          <a:xfrm>
            <a:off x="1144588" y="100013"/>
            <a:ext cx="1009650" cy="157162"/>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21" name="Rectangle 33">
            <a:hlinkClick r:id="rId5" action="ppaction://hlinksldjump"/>
          </p:cNvPr>
          <p:cNvSpPr>
            <a:spLocks noChangeArrowheads="1"/>
          </p:cNvSpPr>
          <p:nvPr/>
        </p:nvSpPr>
        <p:spPr bwMode="auto">
          <a:xfrm>
            <a:off x="231140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22" name="Rectangle 34">
            <a:hlinkClick r:id="rId6" action="ppaction://hlinksldjump"/>
          </p:cNvPr>
          <p:cNvSpPr>
            <a:spLocks noChangeArrowheads="1"/>
          </p:cNvSpPr>
          <p:nvPr/>
        </p:nvSpPr>
        <p:spPr bwMode="auto">
          <a:xfrm>
            <a:off x="3476625"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23" name="Rectangle 35">
            <a:hlinkClick r:id="rId7" action="ppaction://hlinksldjump"/>
          </p:cNvPr>
          <p:cNvSpPr>
            <a:spLocks noChangeArrowheads="1"/>
          </p:cNvSpPr>
          <p:nvPr/>
        </p:nvSpPr>
        <p:spPr bwMode="auto">
          <a:xfrm>
            <a:off x="462915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24" name="Rectangle 36">
            <a:hlinkClick r:id="rId8" action="ppaction://hlinksldjump"/>
          </p:cNvPr>
          <p:cNvSpPr>
            <a:spLocks noChangeArrowheads="1"/>
          </p:cNvSpPr>
          <p:nvPr/>
        </p:nvSpPr>
        <p:spPr bwMode="auto">
          <a:xfrm>
            <a:off x="5834063" y="92075"/>
            <a:ext cx="1009650" cy="193675"/>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3325" name="Rectangle 37">
            <a:hlinkClick r:id="rId9" action="ppaction://hlinksldjump"/>
          </p:cNvPr>
          <p:cNvSpPr>
            <a:spLocks noChangeArrowheads="1"/>
          </p:cNvSpPr>
          <p:nvPr/>
        </p:nvSpPr>
        <p:spPr bwMode="auto">
          <a:xfrm>
            <a:off x="6977063"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41"/>
                                        </p:tgtEl>
                                        <p:attrNameLst>
                                          <p:attrName>style.visibility</p:attrName>
                                        </p:attrNameLst>
                                      </p:cBhvr>
                                      <p:to>
                                        <p:strVal val="visible"/>
                                      </p:to>
                                    </p:set>
                                    <p:animEffect transition="in" filter="blinds(horizontal)">
                                      <p:cBhvr>
                                        <p:cTn id="7" dur="500"/>
                                        <p:tgtEl>
                                          <p:spTgt spid="143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340"/>
                                        </p:tgtEl>
                                        <p:attrNameLst>
                                          <p:attrName>style.visibility</p:attrName>
                                        </p:attrNameLst>
                                      </p:cBhvr>
                                      <p:to>
                                        <p:strVal val="visible"/>
                                      </p:to>
                                    </p:set>
                                    <p:animEffect transition="in" filter="blinds(horizontal)">
                                      <p:cBhvr>
                                        <p:cTn id="12" dur="500"/>
                                        <p:tgtEl>
                                          <p:spTgt spid="1434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342"/>
                                        </p:tgtEl>
                                        <p:attrNameLst>
                                          <p:attrName>style.visibility</p:attrName>
                                        </p:attrNameLst>
                                      </p:cBhvr>
                                      <p:to>
                                        <p:strVal val="visible"/>
                                      </p:to>
                                    </p:set>
                                    <p:animEffect transition="in" filter="blinds(horizontal)">
                                      <p:cBhvr>
                                        <p:cTn id="17" dur="500"/>
                                        <p:tgtEl>
                                          <p:spTgt spid="14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autoUpdateAnimBg="0"/>
      <p:bldP spid="14341" grpId="0" autoUpdateAnimBg="0"/>
      <p:bldP spid="14342"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3492500" y="404813"/>
            <a:ext cx="28051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3600" dirty="0">
                <a:latin typeface="Verdana" pitchFamily="34" charset="0"/>
              </a:rPr>
              <a:t>课内练习</a:t>
            </a:r>
          </a:p>
        </p:txBody>
      </p:sp>
      <p:sp>
        <p:nvSpPr>
          <p:cNvPr id="14339" name="Text Box 3"/>
          <p:cNvSpPr txBox="1">
            <a:spLocks noChangeArrowheads="1"/>
          </p:cNvSpPr>
          <p:nvPr/>
        </p:nvSpPr>
        <p:spPr bwMode="auto">
          <a:xfrm>
            <a:off x="468313" y="1082675"/>
            <a:ext cx="763428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3200" b="1">
                <a:solidFill>
                  <a:schemeClr val="tx1"/>
                </a:solidFill>
                <a:latin typeface="黑体" pitchFamily="2" charset="-122"/>
                <a:ea typeface="黑体" pitchFamily="2" charset="-122"/>
              </a:defRPr>
            </a:lvl1pPr>
            <a:lvl2pPr marL="742950" indent="-285750" eaLnBrk="0" hangingPunct="0">
              <a:defRPr sz="3200" b="1">
                <a:solidFill>
                  <a:schemeClr val="tx1"/>
                </a:solidFill>
                <a:latin typeface="黑体" pitchFamily="2" charset="-122"/>
                <a:ea typeface="黑体" pitchFamily="2" charset="-122"/>
              </a:defRPr>
            </a:lvl2pPr>
            <a:lvl3pPr marL="1143000" indent="-228600" eaLnBrk="0" hangingPunct="0">
              <a:defRPr sz="3200" b="1">
                <a:solidFill>
                  <a:schemeClr val="tx1"/>
                </a:solidFill>
                <a:latin typeface="黑体" pitchFamily="2" charset="-122"/>
                <a:ea typeface="黑体" pitchFamily="2" charset="-122"/>
              </a:defRPr>
            </a:lvl3pPr>
            <a:lvl4pPr marL="1600200" indent="-228600" eaLnBrk="0" hangingPunct="0">
              <a:defRPr sz="3200" b="1">
                <a:solidFill>
                  <a:schemeClr val="tx1"/>
                </a:solidFill>
                <a:latin typeface="黑体" pitchFamily="2" charset="-122"/>
                <a:ea typeface="黑体" pitchFamily="2" charset="-122"/>
              </a:defRPr>
            </a:lvl4pPr>
            <a:lvl5pPr marL="2057400" indent="-228600" eaLnBrk="0" hangingPunct="0">
              <a:defRPr sz="3200" b="1">
                <a:solidFill>
                  <a:schemeClr val="tx1"/>
                </a:solidFill>
                <a:latin typeface="黑体" pitchFamily="2" charset="-122"/>
                <a:ea typeface="黑体" pitchFamily="2" charset="-122"/>
              </a:defRPr>
            </a:lvl5pPr>
            <a:lvl6pPr marL="2514600" indent="-228600" eaLnBrk="0" fontAlgn="base" hangingPunct="0">
              <a:spcBef>
                <a:spcPct val="0"/>
              </a:spcBef>
              <a:spcAft>
                <a:spcPct val="0"/>
              </a:spcAft>
              <a:defRPr sz="3200" b="1">
                <a:solidFill>
                  <a:schemeClr val="tx1"/>
                </a:solidFill>
                <a:latin typeface="黑体" pitchFamily="2" charset="-122"/>
                <a:ea typeface="黑体" pitchFamily="2" charset="-122"/>
              </a:defRPr>
            </a:lvl6pPr>
            <a:lvl7pPr marL="2971800" indent="-228600" eaLnBrk="0" fontAlgn="base" hangingPunct="0">
              <a:spcBef>
                <a:spcPct val="0"/>
              </a:spcBef>
              <a:spcAft>
                <a:spcPct val="0"/>
              </a:spcAft>
              <a:defRPr sz="3200" b="1">
                <a:solidFill>
                  <a:schemeClr val="tx1"/>
                </a:solidFill>
                <a:latin typeface="黑体" pitchFamily="2" charset="-122"/>
                <a:ea typeface="黑体" pitchFamily="2" charset="-122"/>
              </a:defRPr>
            </a:lvl7pPr>
            <a:lvl8pPr marL="3429000" indent="-228600" eaLnBrk="0" fontAlgn="base" hangingPunct="0">
              <a:spcBef>
                <a:spcPct val="0"/>
              </a:spcBef>
              <a:spcAft>
                <a:spcPct val="0"/>
              </a:spcAft>
              <a:defRPr sz="3200" b="1">
                <a:solidFill>
                  <a:schemeClr val="tx1"/>
                </a:solidFill>
                <a:latin typeface="黑体" pitchFamily="2" charset="-122"/>
                <a:ea typeface="黑体" pitchFamily="2" charset="-122"/>
              </a:defRPr>
            </a:lvl8pPr>
            <a:lvl9pPr marL="3886200" indent="-228600" eaLnBrk="0" fontAlgn="base" hangingPunct="0">
              <a:spcBef>
                <a:spcPct val="0"/>
              </a:spcBef>
              <a:spcAft>
                <a:spcPct val="0"/>
              </a:spcAft>
              <a:defRPr sz="3200" b="1">
                <a:solidFill>
                  <a:schemeClr val="tx1"/>
                </a:solidFill>
                <a:latin typeface="黑体" pitchFamily="2" charset="-122"/>
                <a:ea typeface="黑体" pitchFamily="2" charset="-122"/>
              </a:defRPr>
            </a:lvl9pPr>
          </a:lstStyle>
          <a:p>
            <a:pPr eaLnBrk="1" hangingPunct="1">
              <a:spcBef>
                <a:spcPct val="50000"/>
              </a:spcBef>
            </a:pPr>
            <a:r>
              <a:rPr lang="zh-CN" altLang="en-US" dirty="0"/>
              <a:t>3</a:t>
            </a:r>
            <a:r>
              <a:rPr lang="en-US" altLang="zh-CN" dirty="0"/>
              <a:t>.</a:t>
            </a:r>
            <a:r>
              <a:rPr lang="zh-CN" altLang="en-US" dirty="0"/>
              <a:t>求2</a:t>
            </a:r>
            <a:r>
              <a:rPr lang="zh-CN" altLang="en-US" dirty="0">
                <a:sym typeface="宋体" pitchFamily="2" charset="-122"/>
              </a:rPr>
              <a:t>Ω和6Ω的电阻并联后的总电阻。</a:t>
            </a:r>
          </a:p>
        </p:txBody>
      </p:sp>
      <p:sp>
        <p:nvSpPr>
          <p:cNvPr id="15364" name="Text Box 4"/>
          <p:cNvSpPr txBox="1">
            <a:spLocks noChangeArrowheads="1"/>
          </p:cNvSpPr>
          <p:nvPr/>
        </p:nvSpPr>
        <p:spPr bwMode="auto">
          <a:xfrm>
            <a:off x="466725" y="3429000"/>
            <a:ext cx="8208963"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3200" b="1">
                <a:solidFill>
                  <a:schemeClr val="tx1"/>
                </a:solidFill>
                <a:latin typeface="黑体" pitchFamily="2" charset="-122"/>
                <a:ea typeface="黑体" pitchFamily="2" charset="-122"/>
              </a:defRPr>
            </a:lvl1pPr>
            <a:lvl2pPr marL="742950" indent="-285750" eaLnBrk="0" hangingPunct="0">
              <a:defRPr sz="3200" b="1">
                <a:solidFill>
                  <a:schemeClr val="tx1"/>
                </a:solidFill>
                <a:latin typeface="黑体" pitchFamily="2" charset="-122"/>
                <a:ea typeface="黑体" pitchFamily="2" charset="-122"/>
              </a:defRPr>
            </a:lvl2pPr>
            <a:lvl3pPr marL="1143000" indent="-228600" eaLnBrk="0" hangingPunct="0">
              <a:defRPr sz="3200" b="1">
                <a:solidFill>
                  <a:schemeClr val="tx1"/>
                </a:solidFill>
                <a:latin typeface="黑体" pitchFamily="2" charset="-122"/>
                <a:ea typeface="黑体" pitchFamily="2" charset="-122"/>
              </a:defRPr>
            </a:lvl3pPr>
            <a:lvl4pPr marL="1600200" indent="-228600" eaLnBrk="0" hangingPunct="0">
              <a:defRPr sz="3200" b="1">
                <a:solidFill>
                  <a:schemeClr val="tx1"/>
                </a:solidFill>
                <a:latin typeface="黑体" pitchFamily="2" charset="-122"/>
                <a:ea typeface="黑体" pitchFamily="2" charset="-122"/>
              </a:defRPr>
            </a:lvl4pPr>
            <a:lvl5pPr marL="2057400" indent="-228600" eaLnBrk="0" hangingPunct="0">
              <a:defRPr sz="3200" b="1">
                <a:solidFill>
                  <a:schemeClr val="tx1"/>
                </a:solidFill>
                <a:latin typeface="黑体" pitchFamily="2" charset="-122"/>
                <a:ea typeface="黑体" pitchFamily="2" charset="-122"/>
              </a:defRPr>
            </a:lvl5pPr>
            <a:lvl6pPr marL="2514600" indent="-228600" eaLnBrk="0" fontAlgn="base" hangingPunct="0">
              <a:spcBef>
                <a:spcPct val="0"/>
              </a:spcBef>
              <a:spcAft>
                <a:spcPct val="0"/>
              </a:spcAft>
              <a:defRPr sz="3200" b="1">
                <a:solidFill>
                  <a:schemeClr val="tx1"/>
                </a:solidFill>
                <a:latin typeface="黑体" pitchFamily="2" charset="-122"/>
                <a:ea typeface="黑体" pitchFamily="2" charset="-122"/>
              </a:defRPr>
            </a:lvl6pPr>
            <a:lvl7pPr marL="2971800" indent="-228600" eaLnBrk="0" fontAlgn="base" hangingPunct="0">
              <a:spcBef>
                <a:spcPct val="0"/>
              </a:spcBef>
              <a:spcAft>
                <a:spcPct val="0"/>
              </a:spcAft>
              <a:defRPr sz="3200" b="1">
                <a:solidFill>
                  <a:schemeClr val="tx1"/>
                </a:solidFill>
                <a:latin typeface="黑体" pitchFamily="2" charset="-122"/>
                <a:ea typeface="黑体" pitchFamily="2" charset="-122"/>
              </a:defRPr>
            </a:lvl7pPr>
            <a:lvl8pPr marL="3429000" indent="-228600" eaLnBrk="0" fontAlgn="base" hangingPunct="0">
              <a:spcBef>
                <a:spcPct val="0"/>
              </a:spcBef>
              <a:spcAft>
                <a:spcPct val="0"/>
              </a:spcAft>
              <a:defRPr sz="3200" b="1">
                <a:solidFill>
                  <a:schemeClr val="tx1"/>
                </a:solidFill>
                <a:latin typeface="黑体" pitchFamily="2" charset="-122"/>
                <a:ea typeface="黑体" pitchFamily="2" charset="-122"/>
              </a:defRPr>
            </a:lvl8pPr>
            <a:lvl9pPr marL="3886200" indent="-228600" eaLnBrk="0" fontAlgn="base" hangingPunct="0">
              <a:spcBef>
                <a:spcPct val="0"/>
              </a:spcBef>
              <a:spcAft>
                <a:spcPct val="0"/>
              </a:spcAft>
              <a:defRPr sz="3200" b="1">
                <a:solidFill>
                  <a:schemeClr val="tx1"/>
                </a:solidFill>
                <a:latin typeface="黑体" pitchFamily="2" charset="-122"/>
                <a:ea typeface="黑体" pitchFamily="2" charset="-122"/>
              </a:defRPr>
            </a:lvl9pPr>
          </a:lstStyle>
          <a:p>
            <a:pPr eaLnBrk="1" hangingPunct="1">
              <a:spcBef>
                <a:spcPct val="50000"/>
              </a:spcBef>
            </a:pPr>
            <a:r>
              <a:rPr lang="zh-CN" altLang="en-US" dirty="0"/>
              <a:t>4</a:t>
            </a:r>
            <a:r>
              <a:rPr lang="en-US" altLang="zh-CN" dirty="0"/>
              <a:t>.</a:t>
            </a:r>
            <a:r>
              <a:rPr lang="zh-CN" altLang="en-US" dirty="0"/>
              <a:t>在上题中的两个电阻并联。如果2</a:t>
            </a:r>
            <a:r>
              <a:rPr lang="zh-CN" altLang="en-US" dirty="0">
                <a:sym typeface="宋体" pitchFamily="2" charset="-122"/>
              </a:rPr>
              <a:t>Ω电阻上的电压是6V，那么，每个电阻里的电流强度和并联部分的总电流强度各是多大？</a:t>
            </a:r>
          </a:p>
        </p:txBody>
      </p:sp>
      <mc:AlternateContent xmlns:mc="http://schemas.openxmlformats.org/markup-compatibility/2006" xmlns:a14="http://schemas.microsoft.com/office/drawing/2010/main">
        <mc:Choice Requires="a14">
          <p:sp>
            <p:nvSpPr>
              <p:cNvPr id="15365" name="Text Box 5"/>
              <p:cNvSpPr txBox="1">
                <a:spLocks noChangeArrowheads="1"/>
              </p:cNvSpPr>
              <p:nvPr/>
            </p:nvSpPr>
            <p:spPr bwMode="auto">
              <a:xfrm>
                <a:off x="1043609" y="1700808"/>
                <a:ext cx="5471492" cy="159178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90000" tIns="46800" rIns="90000" bIns="46800">
                <a:spAutoFit/>
              </a:bodyPr>
              <a:lstStyle>
                <a:lvl1pPr eaLnBrk="0" hangingPunct="0">
                  <a:defRPr sz="3200" b="1">
                    <a:solidFill>
                      <a:schemeClr val="tx1"/>
                    </a:solidFill>
                    <a:latin typeface="黑体" pitchFamily="2" charset="-122"/>
                    <a:ea typeface="黑体" pitchFamily="2" charset="-122"/>
                  </a:defRPr>
                </a:lvl1pPr>
                <a:lvl2pPr marL="742950" indent="-285750" eaLnBrk="0" hangingPunct="0">
                  <a:defRPr sz="3200" b="1">
                    <a:solidFill>
                      <a:schemeClr val="tx1"/>
                    </a:solidFill>
                    <a:latin typeface="黑体" pitchFamily="2" charset="-122"/>
                    <a:ea typeface="黑体" pitchFamily="2" charset="-122"/>
                  </a:defRPr>
                </a:lvl2pPr>
                <a:lvl3pPr marL="1143000" indent="-228600" eaLnBrk="0" hangingPunct="0">
                  <a:defRPr sz="3200" b="1">
                    <a:solidFill>
                      <a:schemeClr val="tx1"/>
                    </a:solidFill>
                    <a:latin typeface="黑体" pitchFamily="2" charset="-122"/>
                    <a:ea typeface="黑体" pitchFamily="2" charset="-122"/>
                  </a:defRPr>
                </a:lvl3pPr>
                <a:lvl4pPr marL="1600200" indent="-228600" eaLnBrk="0" hangingPunct="0">
                  <a:defRPr sz="3200" b="1">
                    <a:solidFill>
                      <a:schemeClr val="tx1"/>
                    </a:solidFill>
                    <a:latin typeface="黑体" pitchFamily="2" charset="-122"/>
                    <a:ea typeface="黑体" pitchFamily="2" charset="-122"/>
                  </a:defRPr>
                </a:lvl4pPr>
                <a:lvl5pPr marL="2057400" indent="-228600" eaLnBrk="0" hangingPunct="0">
                  <a:defRPr sz="3200" b="1">
                    <a:solidFill>
                      <a:schemeClr val="tx1"/>
                    </a:solidFill>
                    <a:latin typeface="黑体" pitchFamily="2" charset="-122"/>
                    <a:ea typeface="黑体" pitchFamily="2" charset="-122"/>
                  </a:defRPr>
                </a:lvl5pPr>
                <a:lvl6pPr marL="2514600" indent="-228600" eaLnBrk="0" fontAlgn="base" hangingPunct="0">
                  <a:spcBef>
                    <a:spcPct val="0"/>
                  </a:spcBef>
                  <a:spcAft>
                    <a:spcPct val="0"/>
                  </a:spcAft>
                  <a:defRPr sz="3200" b="1">
                    <a:solidFill>
                      <a:schemeClr val="tx1"/>
                    </a:solidFill>
                    <a:latin typeface="黑体" pitchFamily="2" charset="-122"/>
                    <a:ea typeface="黑体" pitchFamily="2" charset="-122"/>
                  </a:defRPr>
                </a:lvl6pPr>
                <a:lvl7pPr marL="2971800" indent="-228600" eaLnBrk="0" fontAlgn="base" hangingPunct="0">
                  <a:spcBef>
                    <a:spcPct val="0"/>
                  </a:spcBef>
                  <a:spcAft>
                    <a:spcPct val="0"/>
                  </a:spcAft>
                  <a:defRPr sz="3200" b="1">
                    <a:solidFill>
                      <a:schemeClr val="tx1"/>
                    </a:solidFill>
                    <a:latin typeface="黑体" pitchFamily="2" charset="-122"/>
                    <a:ea typeface="黑体" pitchFamily="2" charset="-122"/>
                  </a:defRPr>
                </a:lvl7pPr>
                <a:lvl8pPr marL="3429000" indent="-228600" eaLnBrk="0" fontAlgn="base" hangingPunct="0">
                  <a:spcBef>
                    <a:spcPct val="0"/>
                  </a:spcBef>
                  <a:spcAft>
                    <a:spcPct val="0"/>
                  </a:spcAft>
                  <a:defRPr sz="3200" b="1">
                    <a:solidFill>
                      <a:schemeClr val="tx1"/>
                    </a:solidFill>
                    <a:latin typeface="黑体" pitchFamily="2" charset="-122"/>
                    <a:ea typeface="黑体" pitchFamily="2" charset="-122"/>
                  </a:defRPr>
                </a:lvl8pPr>
                <a:lvl9pPr marL="3886200" indent="-228600" eaLnBrk="0" fontAlgn="base" hangingPunct="0">
                  <a:spcBef>
                    <a:spcPct val="0"/>
                  </a:spcBef>
                  <a:spcAft>
                    <a:spcPct val="0"/>
                  </a:spcAft>
                  <a:defRPr sz="3200" b="1">
                    <a:solidFill>
                      <a:schemeClr val="tx1"/>
                    </a:solidFill>
                    <a:latin typeface="黑体" pitchFamily="2" charset="-122"/>
                    <a:ea typeface="黑体" pitchFamily="2" charset="-122"/>
                  </a:defRPr>
                </a:lvl9pPr>
              </a:lstStyle>
              <a:p>
                <a:pPr eaLnBrk="1" hangingPunct="1">
                  <a:spcBef>
                    <a:spcPts val="600"/>
                  </a:spcBef>
                </a:pPr>
                <a14:m>
                  <m:oMath xmlns:m="http://schemas.openxmlformats.org/officeDocument/2006/math">
                    <m:f>
                      <m:fPr>
                        <m:ctrlPr>
                          <a:rPr lang="en-US" altLang="zh-CN" i="1" smtClean="0">
                            <a:solidFill>
                              <a:srgbClr val="FF0000"/>
                            </a:solidFill>
                            <a:latin typeface="Cambria Math" panose="02040503050406030204" pitchFamily="18" charset="0"/>
                          </a:rPr>
                        </m:ctrlPr>
                      </m:fPr>
                      <m:num>
                        <m:r>
                          <a:rPr lang="en-US" altLang="zh-CN" b="1" i="1" smtClean="0">
                            <a:solidFill>
                              <a:srgbClr val="FF0000"/>
                            </a:solidFill>
                            <a:latin typeface="Cambria Math"/>
                          </a:rPr>
                          <m:t>𝟏</m:t>
                        </m:r>
                      </m:num>
                      <m:den>
                        <m:r>
                          <a:rPr lang="en-US" altLang="zh-CN" b="1" i="1" smtClean="0">
                            <a:solidFill>
                              <a:srgbClr val="FF0000"/>
                            </a:solidFill>
                            <a:latin typeface="Cambria Math"/>
                          </a:rPr>
                          <m:t>𝑹</m:t>
                        </m:r>
                      </m:den>
                    </m:f>
                    <m:r>
                      <a:rPr lang="en-US" altLang="zh-CN" b="1" i="1" smtClean="0">
                        <a:solidFill>
                          <a:srgbClr val="FF0000"/>
                        </a:solidFill>
                        <a:latin typeface="Cambria Math"/>
                      </a:rPr>
                      <m:t>=</m:t>
                    </m:r>
                    <m:f>
                      <m:fPr>
                        <m:ctrlPr>
                          <a:rPr lang="en-US" altLang="zh-CN" i="1">
                            <a:solidFill>
                              <a:srgbClr val="FF0000"/>
                            </a:solidFill>
                            <a:latin typeface="Cambria Math" panose="02040503050406030204" pitchFamily="18" charset="0"/>
                          </a:rPr>
                        </m:ctrlPr>
                      </m:fPr>
                      <m:num>
                        <m:r>
                          <a:rPr lang="en-US" altLang="zh-CN" i="1">
                            <a:solidFill>
                              <a:srgbClr val="FF0000"/>
                            </a:solidFill>
                            <a:latin typeface="Cambria Math"/>
                          </a:rPr>
                          <m:t>𝟏</m:t>
                        </m:r>
                      </m:num>
                      <m:den>
                        <m:r>
                          <a:rPr lang="en-US" altLang="zh-CN" b="1" i="1" smtClean="0">
                            <a:solidFill>
                              <a:srgbClr val="FF0000"/>
                            </a:solidFill>
                            <a:latin typeface="Cambria Math"/>
                          </a:rPr>
                          <m:t>𝟐</m:t>
                        </m:r>
                      </m:den>
                    </m:f>
                  </m:oMath>
                </a14:m>
                <a:r>
                  <a:rPr lang="en-US" altLang="zh-CN" dirty="0">
                    <a:solidFill>
                      <a:srgbClr val="FF0000"/>
                    </a:solidFill>
                  </a:rPr>
                  <a:t> +</a:t>
                </a:r>
                <a14:m>
                  <m:oMath xmlns:m="http://schemas.openxmlformats.org/officeDocument/2006/math">
                    <m:r>
                      <a:rPr lang="en-US" altLang="zh-CN" b="1" i="0" smtClean="0">
                        <a:solidFill>
                          <a:srgbClr val="FF0000"/>
                        </a:solidFill>
                        <a:latin typeface="Cambria Math"/>
                      </a:rPr>
                      <m:t> </m:t>
                    </m:r>
                    <m:f>
                      <m:fPr>
                        <m:ctrlPr>
                          <a:rPr lang="en-US" altLang="zh-CN" i="1">
                            <a:solidFill>
                              <a:srgbClr val="FF0000"/>
                            </a:solidFill>
                            <a:latin typeface="Cambria Math" panose="02040503050406030204" pitchFamily="18" charset="0"/>
                          </a:rPr>
                        </m:ctrlPr>
                      </m:fPr>
                      <m:num>
                        <m:r>
                          <a:rPr lang="en-US" altLang="zh-CN" i="1">
                            <a:solidFill>
                              <a:srgbClr val="FF0000"/>
                            </a:solidFill>
                            <a:latin typeface="Cambria Math"/>
                          </a:rPr>
                          <m:t>𝟏</m:t>
                        </m:r>
                      </m:num>
                      <m:den>
                        <m:r>
                          <a:rPr lang="en-US" altLang="zh-CN" b="1" i="1" smtClean="0">
                            <a:solidFill>
                              <a:srgbClr val="FF0000"/>
                            </a:solidFill>
                            <a:latin typeface="Cambria Math"/>
                          </a:rPr>
                          <m:t>𝟔</m:t>
                        </m:r>
                      </m:den>
                    </m:f>
                    <m:r>
                      <a:rPr lang="en-US" altLang="zh-CN" b="1" i="1" smtClean="0">
                        <a:solidFill>
                          <a:srgbClr val="FF0000"/>
                        </a:solidFill>
                        <a:latin typeface="Cambria Math"/>
                      </a:rPr>
                      <m:t>=</m:t>
                    </m:r>
                    <m:f>
                      <m:fPr>
                        <m:ctrlPr>
                          <a:rPr lang="en-US" altLang="zh-CN" i="1">
                            <a:solidFill>
                              <a:srgbClr val="FF0000"/>
                            </a:solidFill>
                            <a:latin typeface="Cambria Math" panose="02040503050406030204" pitchFamily="18" charset="0"/>
                          </a:rPr>
                        </m:ctrlPr>
                      </m:fPr>
                      <m:num>
                        <m:r>
                          <a:rPr lang="en-US" altLang="zh-CN" b="1" i="1" smtClean="0">
                            <a:solidFill>
                              <a:srgbClr val="FF0000"/>
                            </a:solidFill>
                            <a:latin typeface="Cambria Math"/>
                          </a:rPr>
                          <m:t>𝟑</m:t>
                        </m:r>
                        <m:r>
                          <a:rPr lang="en-US" altLang="zh-CN" b="1" i="1" smtClean="0">
                            <a:solidFill>
                              <a:srgbClr val="FF0000"/>
                            </a:solidFill>
                            <a:latin typeface="Cambria Math"/>
                          </a:rPr>
                          <m:t>+</m:t>
                        </m:r>
                        <m:r>
                          <a:rPr lang="en-US" altLang="zh-CN" b="1" i="1" smtClean="0">
                            <a:solidFill>
                              <a:srgbClr val="FF0000"/>
                            </a:solidFill>
                            <a:latin typeface="Cambria Math"/>
                          </a:rPr>
                          <m:t>𝟏</m:t>
                        </m:r>
                      </m:num>
                      <m:den>
                        <m:r>
                          <a:rPr lang="en-US" altLang="zh-CN" b="1" i="1" smtClean="0">
                            <a:solidFill>
                              <a:srgbClr val="FF0000"/>
                            </a:solidFill>
                            <a:latin typeface="Cambria Math"/>
                          </a:rPr>
                          <m:t>𝟔</m:t>
                        </m:r>
                      </m:den>
                    </m:f>
                    <m:r>
                      <a:rPr lang="en-US" altLang="zh-CN" b="1" i="1" smtClean="0">
                        <a:solidFill>
                          <a:srgbClr val="FF0000"/>
                        </a:solidFill>
                        <a:latin typeface="Cambria Math"/>
                      </a:rPr>
                      <m:t>=</m:t>
                    </m:r>
                    <m:f>
                      <m:fPr>
                        <m:ctrlPr>
                          <a:rPr lang="en-US" altLang="zh-CN" i="1">
                            <a:solidFill>
                              <a:srgbClr val="FF0000"/>
                            </a:solidFill>
                            <a:latin typeface="Cambria Math" panose="02040503050406030204" pitchFamily="18" charset="0"/>
                          </a:rPr>
                        </m:ctrlPr>
                      </m:fPr>
                      <m:num>
                        <m:r>
                          <a:rPr lang="en-US" altLang="zh-CN" b="1" i="1" smtClean="0">
                            <a:solidFill>
                              <a:srgbClr val="FF0000"/>
                            </a:solidFill>
                            <a:latin typeface="Cambria Math"/>
                          </a:rPr>
                          <m:t>𝟒</m:t>
                        </m:r>
                      </m:num>
                      <m:den>
                        <m:r>
                          <a:rPr lang="en-US" altLang="zh-CN" b="1" i="1" smtClean="0">
                            <a:solidFill>
                              <a:srgbClr val="FF0000"/>
                            </a:solidFill>
                            <a:latin typeface="Cambria Math"/>
                          </a:rPr>
                          <m:t>𝟔</m:t>
                        </m:r>
                      </m:den>
                    </m:f>
                    <m:r>
                      <a:rPr lang="en-US" altLang="zh-CN" b="1" i="1" smtClean="0">
                        <a:solidFill>
                          <a:srgbClr val="FF0000"/>
                        </a:solidFill>
                        <a:latin typeface="Cambria Math"/>
                      </a:rPr>
                      <m:t>=</m:t>
                    </m:r>
                    <m:f>
                      <m:fPr>
                        <m:ctrlPr>
                          <a:rPr lang="en-US" altLang="zh-CN" i="1">
                            <a:solidFill>
                              <a:srgbClr val="FF0000"/>
                            </a:solidFill>
                            <a:latin typeface="Cambria Math" panose="02040503050406030204" pitchFamily="18" charset="0"/>
                          </a:rPr>
                        </m:ctrlPr>
                      </m:fPr>
                      <m:num>
                        <m:r>
                          <a:rPr lang="en-US" altLang="zh-CN" b="1" i="1" smtClean="0">
                            <a:solidFill>
                              <a:srgbClr val="FF0000"/>
                            </a:solidFill>
                            <a:latin typeface="Cambria Math"/>
                          </a:rPr>
                          <m:t>𝟐</m:t>
                        </m:r>
                      </m:num>
                      <m:den>
                        <m:r>
                          <a:rPr lang="en-US" altLang="zh-CN" b="1" i="1" smtClean="0">
                            <a:solidFill>
                              <a:srgbClr val="FF0000"/>
                            </a:solidFill>
                            <a:latin typeface="Cambria Math"/>
                          </a:rPr>
                          <m:t>𝟑</m:t>
                        </m:r>
                      </m:den>
                    </m:f>
                  </m:oMath>
                </a14:m>
                <a:endParaRPr lang="en-US" altLang="zh-CN" dirty="0">
                  <a:solidFill>
                    <a:srgbClr val="FF0000"/>
                  </a:solidFill>
                </a:endParaRPr>
              </a:p>
              <a:p>
                <a:pPr eaLnBrk="1" hangingPunct="1">
                  <a:spcBef>
                    <a:spcPts val="600"/>
                  </a:spcBef>
                </a:pPr>
                <a:r>
                  <a:rPr lang="en-US" altLang="zh-CN" dirty="0">
                    <a:solidFill>
                      <a:srgbClr val="FF0000"/>
                    </a:solidFill>
                  </a:rPr>
                  <a:t>R = </a:t>
                </a:r>
                <a14:m>
                  <m:oMath xmlns:m="http://schemas.openxmlformats.org/officeDocument/2006/math">
                    <m:f>
                      <m:fPr>
                        <m:ctrlPr>
                          <a:rPr lang="en-US" altLang="zh-CN" i="1">
                            <a:solidFill>
                              <a:srgbClr val="FF0000"/>
                            </a:solidFill>
                            <a:latin typeface="Cambria Math" panose="02040503050406030204" pitchFamily="18" charset="0"/>
                          </a:rPr>
                        </m:ctrlPr>
                      </m:fPr>
                      <m:num>
                        <m:r>
                          <a:rPr lang="en-US" altLang="zh-CN" b="1" i="1" smtClean="0">
                            <a:solidFill>
                              <a:srgbClr val="FF0000"/>
                            </a:solidFill>
                            <a:latin typeface="Cambria Math"/>
                          </a:rPr>
                          <m:t>𝟑</m:t>
                        </m:r>
                      </m:num>
                      <m:den>
                        <m:r>
                          <a:rPr lang="en-US" altLang="zh-CN" b="1" i="1" smtClean="0">
                            <a:solidFill>
                              <a:srgbClr val="FF0000"/>
                            </a:solidFill>
                            <a:latin typeface="Cambria Math"/>
                          </a:rPr>
                          <m:t>𝟐</m:t>
                        </m:r>
                      </m:den>
                    </m:f>
                  </m:oMath>
                </a14:m>
                <a:r>
                  <a:rPr lang="en-US" altLang="zh-CN" dirty="0">
                    <a:solidFill>
                      <a:srgbClr val="FF0000"/>
                    </a:solidFill>
                  </a:rPr>
                  <a:t> = </a:t>
                </a:r>
                <a:r>
                  <a:rPr lang="zh-CN" altLang="en-US" dirty="0">
                    <a:solidFill>
                      <a:srgbClr val="FF0000"/>
                    </a:solidFill>
                  </a:rPr>
                  <a:t>1.5</a:t>
                </a:r>
                <a:r>
                  <a:rPr lang="zh-CN" altLang="en-US" dirty="0">
                    <a:solidFill>
                      <a:srgbClr val="FF0000"/>
                    </a:solidFill>
                    <a:sym typeface="宋体" pitchFamily="2" charset="-122"/>
                  </a:rPr>
                  <a:t>Ω</a:t>
                </a:r>
              </a:p>
            </p:txBody>
          </p:sp>
        </mc:Choice>
        <mc:Fallback xmlns="">
          <p:sp>
            <p:nvSpPr>
              <p:cNvPr id="15365" name="Text Box 5"/>
              <p:cNvSpPr txBox="1">
                <a:spLocks noRot="1" noChangeAspect="1" noMove="1" noResize="1" noEditPoints="1" noAdjustHandles="1" noChangeArrowheads="1" noChangeShapeType="1" noTextEdit="1"/>
              </p:cNvSpPr>
              <p:nvPr/>
            </p:nvSpPr>
            <p:spPr bwMode="auto">
              <a:xfrm>
                <a:off x="1043609" y="1700808"/>
                <a:ext cx="5471492" cy="1591783"/>
              </a:xfrm>
              <a:prstGeom prst="rect">
                <a:avLst/>
              </a:prstGeom>
              <a:blipFill rotWithShape="1">
                <a:blip r:embed="rId2"/>
                <a:stretch>
                  <a:fillRect l="-2895" b="-306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MY">
                    <a:noFill/>
                  </a:rPr>
                  <a:t> </a:t>
                </a:r>
              </a:p>
            </p:txBody>
          </p:sp>
        </mc:Fallback>
      </mc:AlternateContent>
      <p:sp>
        <p:nvSpPr>
          <p:cNvPr id="15366" name="Text Box 6"/>
          <p:cNvSpPr txBox="1">
            <a:spLocks noChangeArrowheads="1"/>
          </p:cNvSpPr>
          <p:nvPr/>
        </p:nvSpPr>
        <p:spPr bwMode="auto">
          <a:xfrm>
            <a:off x="755650" y="5302250"/>
            <a:ext cx="79216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eaLnBrk="0" hangingPunct="0">
              <a:defRPr sz="3200" b="1">
                <a:solidFill>
                  <a:schemeClr val="tx1"/>
                </a:solidFill>
                <a:latin typeface="黑体" pitchFamily="2" charset="-122"/>
                <a:ea typeface="黑体" pitchFamily="2" charset="-122"/>
              </a:defRPr>
            </a:lvl1pPr>
            <a:lvl2pPr marL="742950" indent="-285750" eaLnBrk="0" hangingPunct="0">
              <a:defRPr sz="3200" b="1">
                <a:solidFill>
                  <a:schemeClr val="tx1"/>
                </a:solidFill>
                <a:latin typeface="黑体" pitchFamily="2" charset="-122"/>
                <a:ea typeface="黑体" pitchFamily="2" charset="-122"/>
              </a:defRPr>
            </a:lvl2pPr>
            <a:lvl3pPr marL="1143000" indent="-228600" eaLnBrk="0" hangingPunct="0">
              <a:defRPr sz="3200" b="1">
                <a:solidFill>
                  <a:schemeClr val="tx1"/>
                </a:solidFill>
                <a:latin typeface="黑体" pitchFamily="2" charset="-122"/>
                <a:ea typeface="黑体" pitchFamily="2" charset="-122"/>
              </a:defRPr>
            </a:lvl3pPr>
            <a:lvl4pPr marL="1600200" indent="-228600" eaLnBrk="0" hangingPunct="0">
              <a:defRPr sz="3200" b="1">
                <a:solidFill>
                  <a:schemeClr val="tx1"/>
                </a:solidFill>
                <a:latin typeface="黑体" pitchFamily="2" charset="-122"/>
                <a:ea typeface="黑体" pitchFamily="2" charset="-122"/>
              </a:defRPr>
            </a:lvl4pPr>
            <a:lvl5pPr marL="2057400" indent="-228600" eaLnBrk="0" hangingPunct="0">
              <a:defRPr sz="3200" b="1">
                <a:solidFill>
                  <a:schemeClr val="tx1"/>
                </a:solidFill>
                <a:latin typeface="黑体" pitchFamily="2" charset="-122"/>
                <a:ea typeface="黑体" pitchFamily="2" charset="-122"/>
              </a:defRPr>
            </a:lvl5pPr>
            <a:lvl6pPr marL="2514600" indent="-228600" eaLnBrk="0" fontAlgn="base" hangingPunct="0">
              <a:spcBef>
                <a:spcPct val="0"/>
              </a:spcBef>
              <a:spcAft>
                <a:spcPct val="0"/>
              </a:spcAft>
              <a:defRPr sz="3200" b="1">
                <a:solidFill>
                  <a:schemeClr val="tx1"/>
                </a:solidFill>
                <a:latin typeface="黑体" pitchFamily="2" charset="-122"/>
                <a:ea typeface="黑体" pitchFamily="2" charset="-122"/>
              </a:defRPr>
            </a:lvl6pPr>
            <a:lvl7pPr marL="2971800" indent="-228600" eaLnBrk="0" fontAlgn="base" hangingPunct="0">
              <a:spcBef>
                <a:spcPct val="0"/>
              </a:spcBef>
              <a:spcAft>
                <a:spcPct val="0"/>
              </a:spcAft>
              <a:defRPr sz="3200" b="1">
                <a:solidFill>
                  <a:schemeClr val="tx1"/>
                </a:solidFill>
                <a:latin typeface="黑体" pitchFamily="2" charset="-122"/>
                <a:ea typeface="黑体" pitchFamily="2" charset="-122"/>
              </a:defRPr>
            </a:lvl7pPr>
            <a:lvl8pPr marL="3429000" indent="-228600" eaLnBrk="0" fontAlgn="base" hangingPunct="0">
              <a:spcBef>
                <a:spcPct val="0"/>
              </a:spcBef>
              <a:spcAft>
                <a:spcPct val="0"/>
              </a:spcAft>
              <a:defRPr sz="3200" b="1">
                <a:solidFill>
                  <a:schemeClr val="tx1"/>
                </a:solidFill>
                <a:latin typeface="黑体" pitchFamily="2" charset="-122"/>
                <a:ea typeface="黑体" pitchFamily="2" charset="-122"/>
              </a:defRPr>
            </a:lvl8pPr>
            <a:lvl9pPr marL="3886200" indent="-228600" eaLnBrk="0" fontAlgn="base" hangingPunct="0">
              <a:spcBef>
                <a:spcPct val="0"/>
              </a:spcBef>
              <a:spcAft>
                <a:spcPct val="0"/>
              </a:spcAft>
              <a:defRPr sz="3200" b="1">
                <a:solidFill>
                  <a:schemeClr val="tx1"/>
                </a:solidFill>
                <a:latin typeface="黑体" pitchFamily="2" charset="-122"/>
                <a:ea typeface="黑体" pitchFamily="2" charset="-122"/>
              </a:defRPr>
            </a:lvl9pPr>
          </a:lstStyle>
          <a:p>
            <a:pPr eaLnBrk="1" hangingPunct="1">
              <a:spcBef>
                <a:spcPct val="50000"/>
              </a:spcBef>
            </a:pPr>
            <a:r>
              <a:rPr lang="zh-CN" altLang="en-US">
                <a:solidFill>
                  <a:srgbClr val="FF0000"/>
                </a:solidFill>
              </a:rPr>
              <a:t>3A；1A；4A</a:t>
            </a:r>
            <a:endParaRPr lang="zh-CN" altLang="en-US">
              <a:solidFill>
                <a:srgbClr val="FF0000"/>
              </a:solidFill>
              <a:latin typeface="Arial" charset="0"/>
            </a:endParaRPr>
          </a:p>
        </p:txBody>
      </p:sp>
      <p:pic>
        <p:nvPicPr>
          <p:cNvPr id="14343" name="Picture 31" descr="tool"/>
          <p:cNvPicPr>
            <a:picLocks noChangeAspect="1" noChangeArrowheads="1"/>
          </p:cNvPicPr>
          <p:nvPr/>
        </p:nvPicPr>
        <p:blipFill>
          <a:blip r:embed="rId3">
            <a:extLst>
              <a:ext uri="{28A0092B-C50C-407E-A947-70E740481C1C}">
                <a14:useLocalDpi xmlns:a14="http://schemas.microsoft.com/office/drawing/2010/main" val="0"/>
              </a:ext>
            </a:extLst>
          </a:blip>
          <a:srcRect t="11871" b="7123"/>
          <a:stretch>
            <a:fillRect/>
          </a:stretch>
        </p:blipFill>
        <p:spPr bwMode="auto">
          <a:xfrm>
            <a:off x="0" y="0"/>
            <a:ext cx="914400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4" name="Rectangle 32">
            <a:hlinkClick r:id="rId4" action="ppaction://hlinksldjump"/>
          </p:cNvPr>
          <p:cNvSpPr>
            <a:spLocks noChangeArrowheads="1"/>
          </p:cNvSpPr>
          <p:nvPr/>
        </p:nvSpPr>
        <p:spPr bwMode="auto">
          <a:xfrm>
            <a:off x="1144588" y="100013"/>
            <a:ext cx="1009650" cy="157162"/>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4345" name="Rectangle 33">
            <a:hlinkClick r:id="rId4" action="ppaction://hlinksldjump"/>
          </p:cNvPr>
          <p:cNvSpPr>
            <a:spLocks noChangeArrowheads="1"/>
          </p:cNvSpPr>
          <p:nvPr/>
        </p:nvSpPr>
        <p:spPr bwMode="auto">
          <a:xfrm>
            <a:off x="231140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4346" name="Rectangle 34">
            <a:hlinkClick r:id="rId4" action="ppaction://hlinksldjump"/>
          </p:cNvPr>
          <p:cNvSpPr>
            <a:spLocks noChangeArrowheads="1"/>
          </p:cNvSpPr>
          <p:nvPr/>
        </p:nvSpPr>
        <p:spPr bwMode="auto">
          <a:xfrm>
            <a:off x="3476625"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4347" name="Rectangle 35">
            <a:hlinkClick r:id="rId4" action="ppaction://hlinksldjump"/>
          </p:cNvPr>
          <p:cNvSpPr>
            <a:spLocks noChangeArrowheads="1"/>
          </p:cNvSpPr>
          <p:nvPr/>
        </p:nvSpPr>
        <p:spPr bwMode="auto">
          <a:xfrm>
            <a:off x="462915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4348" name="Rectangle 36">
            <a:hlinkClick r:id="rId4" action="ppaction://hlinksldjump"/>
          </p:cNvPr>
          <p:cNvSpPr>
            <a:spLocks noChangeArrowheads="1"/>
          </p:cNvSpPr>
          <p:nvPr/>
        </p:nvSpPr>
        <p:spPr bwMode="auto">
          <a:xfrm>
            <a:off x="5834063" y="92075"/>
            <a:ext cx="1009650" cy="193675"/>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4349" name="Rectangle 37">
            <a:hlinkClick r:id="rId4" action="ppaction://hlinksldjump"/>
          </p:cNvPr>
          <p:cNvSpPr>
            <a:spLocks noChangeArrowheads="1"/>
          </p:cNvSpPr>
          <p:nvPr/>
        </p:nvSpPr>
        <p:spPr bwMode="auto">
          <a:xfrm>
            <a:off x="6977063"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pic>
        <p:nvPicPr>
          <p:cNvPr id="13314" name="Picture 2" descr="C:\Users\Teacher-2016\Favorites\Downloads\image29.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8800" y="1916832"/>
            <a:ext cx="3322761" cy="108772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p:cNvSpPr txBox="1"/>
          <p:nvPr/>
        </p:nvSpPr>
        <p:spPr>
          <a:xfrm>
            <a:off x="6804248" y="1660738"/>
            <a:ext cx="918841" cy="400110"/>
          </a:xfrm>
          <a:prstGeom prst="rect">
            <a:avLst/>
          </a:prstGeom>
          <a:noFill/>
        </p:spPr>
        <p:txBody>
          <a:bodyPr wrap="none" rtlCol="0">
            <a:spAutoFit/>
          </a:bodyPr>
          <a:lstStyle/>
          <a:p>
            <a:r>
              <a:rPr lang="en-US" altLang="zh-CN" sz="2000" dirty="0">
                <a:solidFill>
                  <a:srgbClr val="002060"/>
                </a:solidFill>
                <a:latin typeface="宋体" pitchFamily="2" charset="-122"/>
              </a:rPr>
              <a:t>R</a:t>
            </a:r>
            <a:r>
              <a:rPr lang="en-US" altLang="zh-CN" sz="2000" baseline="-25000" dirty="0">
                <a:solidFill>
                  <a:srgbClr val="002060"/>
                </a:solidFill>
                <a:latin typeface="宋体" pitchFamily="2" charset="-122"/>
              </a:rPr>
              <a:t>1</a:t>
            </a:r>
            <a:r>
              <a:rPr lang="en-US" altLang="zh-CN" sz="2000" dirty="0">
                <a:solidFill>
                  <a:srgbClr val="002060"/>
                </a:solidFill>
                <a:latin typeface="宋体" pitchFamily="2" charset="-122"/>
              </a:rPr>
              <a:t>=2</a:t>
            </a:r>
            <a:r>
              <a:rPr lang="zh-CN" altLang="en-US" sz="2000" dirty="0">
                <a:solidFill>
                  <a:srgbClr val="002060"/>
                </a:solidFill>
                <a:latin typeface="宋体" pitchFamily="2" charset="-122"/>
                <a:sym typeface="宋体" pitchFamily="2" charset="-122"/>
              </a:rPr>
              <a:t>Ω</a:t>
            </a:r>
            <a:endParaRPr lang="en-MY" sz="2000" dirty="0">
              <a:solidFill>
                <a:srgbClr val="002060"/>
              </a:solidFill>
            </a:endParaRPr>
          </a:p>
        </p:txBody>
      </p:sp>
      <p:sp>
        <p:nvSpPr>
          <p:cNvPr id="16" name="TextBox 15"/>
          <p:cNvSpPr txBox="1"/>
          <p:nvPr/>
        </p:nvSpPr>
        <p:spPr>
          <a:xfrm>
            <a:off x="6876256" y="2844225"/>
            <a:ext cx="918841" cy="400110"/>
          </a:xfrm>
          <a:prstGeom prst="rect">
            <a:avLst/>
          </a:prstGeom>
          <a:noFill/>
        </p:spPr>
        <p:txBody>
          <a:bodyPr wrap="none" rtlCol="0">
            <a:spAutoFit/>
          </a:bodyPr>
          <a:lstStyle/>
          <a:p>
            <a:r>
              <a:rPr lang="en-US" altLang="zh-CN" sz="2000" dirty="0">
                <a:solidFill>
                  <a:srgbClr val="002060"/>
                </a:solidFill>
                <a:latin typeface="宋体" pitchFamily="2" charset="-122"/>
              </a:rPr>
              <a:t>R</a:t>
            </a:r>
            <a:r>
              <a:rPr lang="en-US" altLang="zh-CN" sz="2000" baseline="-25000" dirty="0">
                <a:solidFill>
                  <a:srgbClr val="002060"/>
                </a:solidFill>
                <a:latin typeface="宋体" pitchFamily="2" charset="-122"/>
              </a:rPr>
              <a:t>2</a:t>
            </a:r>
            <a:r>
              <a:rPr lang="en-US" altLang="zh-CN" sz="2000" dirty="0">
                <a:solidFill>
                  <a:srgbClr val="002060"/>
                </a:solidFill>
                <a:latin typeface="宋体" pitchFamily="2" charset="-122"/>
              </a:rPr>
              <a:t>=6</a:t>
            </a:r>
            <a:r>
              <a:rPr lang="zh-CN" altLang="en-US" sz="2000" dirty="0">
                <a:solidFill>
                  <a:srgbClr val="002060"/>
                </a:solidFill>
                <a:latin typeface="宋体" pitchFamily="2" charset="-122"/>
                <a:sym typeface="宋体" pitchFamily="2" charset="-122"/>
              </a:rPr>
              <a:t>Ω</a:t>
            </a:r>
            <a:endParaRPr lang="en-MY" sz="2000" dirty="0">
              <a:solidFill>
                <a:srgbClr val="002060"/>
              </a:solidFill>
            </a:endParaRPr>
          </a:p>
        </p:txBody>
      </p:sp>
      <p:cxnSp>
        <p:nvCxnSpPr>
          <p:cNvPr id="8" name="Straight Arrow Connector 7"/>
          <p:cNvCxnSpPr/>
          <p:nvPr/>
        </p:nvCxnSpPr>
        <p:spPr bwMode="auto">
          <a:xfrm>
            <a:off x="5436096" y="5591969"/>
            <a:ext cx="2952328" cy="289719"/>
          </a:xfrm>
          <a:prstGeom prst="straightConnector1">
            <a:avLst/>
          </a:prstGeom>
          <a:noFill/>
          <a:ln w="9525" cap="flat" cmpd="sng" algn="ctr">
            <a:noFill/>
            <a:prstDash val="solid"/>
            <a:round/>
            <a:headEnd type="arrow"/>
            <a:tailEnd type="arrow"/>
          </a:ln>
          <a:effectLst/>
        </p:spPr>
      </p:cxn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5364"/>
                                        </p:tgtEl>
                                        <p:attrNameLst>
                                          <p:attrName>style.visibility</p:attrName>
                                        </p:attrNameLst>
                                      </p:cBhvr>
                                      <p:to>
                                        <p:strVal val="visible"/>
                                      </p:to>
                                    </p:set>
                                    <p:animEffect transition="in" filter="blinds(horizontal)">
                                      <p:cBhvr>
                                        <p:cTn id="7" dur="500"/>
                                        <p:tgtEl>
                                          <p:spTgt spid="153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nodeType="clickEffect">
                                  <p:stCondLst>
                                    <p:cond delay="0"/>
                                  </p:stCondLst>
                                  <p:childTnLst>
                                    <p:set>
                                      <p:cBhvr>
                                        <p:cTn id="11" dur="1" fill="hold">
                                          <p:stCondLst>
                                            <p:cond delay="0"/>
                                          </p:stCondLst>
                                        </p:cTn>
                                        <p:tgtEl>
                                          <p:spTgt spid="13314"/>
                                        </p:tgtEl>
                                        <p:attrNameLst>
                                          <p:attrName>style.visibility</p:attrName>
                                        </p:attrNameLst>
                                      </p:cBhvr>
                                      <p:to>
                                        <p:strVal val="visible"/>
                                      </p:to>
                                    </p:set>
                                    <p:animEffect transition="in" filter="fade">
                                      <p:cBhvr>
                                        <p:cTn id="12" dur="1000"/>
                                        <p:tgtEl>
                                          <p:spTgt spid="13314"/>
                                        </p:tgtEl>
                                      </p:cBhvr>
                                    </p:animEffect>
                                    <p:anim calcmode="lin" valueType="num">
                                      <p:cBhvr>
                                        <p:cTn id="13" dur="1000" fill="hold"/>
                                        <p:tgtEl>
                                          <p:spTgt spid="13314"/>
                                        </p:tgtEl>
                                        <p:attrNameLst>
                                          <p:attrName>ppt_x</p:attrName>
                                        </p:attrNameLst>
                                      </p:cBhvr>
                                      <p:tavLst>
                                        <p:tav tm="0">
                                          <p:val>
                                            <p:strVal val="#ppt_x"/>
                                          </p:val>
                                        </p:tav>
                                        <p:tav tm="100000">
                                          <p:val>
                                            <p:strVal val="#ppt_x"/>
                                          </p:val>
                                        </p:tav>
                                      </p:tavLst>
                                    </p:anim>
                                    <p:anim calcmode="lin" valueType="num">
                                      <p:cBhvr>
                                        <p:cTn id="14" dur="1000" fill="hold"/>
                                        <p:tgtEl>
                                          <p:spTgt spid="1331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down)">
                                      <p:cBhvr>
                                        <p:cTn id="19" dur="500"/>
                                        <p:tgtEl>
                                          <p:spTgt spid="15"/>
                                        </p:tgtEl>
                                      </p:cBhvr>
                                    </p:animEffect>
                                  </p:childTnLst>
                                </p:cTn>
                              </p:par>
                            </p:childTnLst>
                          </p:cTn>
                        </p:par>
                        <p:par>
                          <p:cTn id="20" fill="hold">
                            <p:stCondLst>
                              <p:cond delay="500"/>
                            </p:stCondLst>
                            <p:childTnLst>
                              <p:par>
                                <p:cTn id="21" presetID="22" presetClass="entr" presetSubtype="4" fill="hold" grpId="0" nodeType="after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down)">
                                      <p:cBhvr>
                                        <p:cTn id="23" dur="5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15365">
                                            <p:txEl>
                                              <p:pRg st="0" end="0"/>
                                            </p:txEl>
                                          </p:spTgt>
                                        </p:tgtEl>
                                        <p:attrNameLst>
                                          <p:attrName>style.visibility</p:attrName>
                                        </p:attrNameLst>
                                      </p:cBhvr>
                                      <p:to>
                                        <p:strVal val="visible"/>
                                      </p:to>
                                    </p:set>
                                    <p:animEffect transition="in" filter="wipe(down)">
                                      <p:cBhvr>
                                        <p:cTn id="28" dur="500"/>
                                        <p:tgtEl>
                                          <p:spTgt spid="15365">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15365">
                                            <p:txEl>
                                              <p:pRg st="1" end="1"/>
                                            </p:txEl>
                                          </p:spTgt>
                                        </p:tgtEl>
                                        <p:attrNameLst>
                                          <p:attrName>style.visibility</p:attrName>
                                        </p:attrNameLst>
                                      </p:cBhvr>
                                      <p:to>
                                        <p:strVal val="visible"/>
                                      </p:to>
                                    </p:set>
                                    <p:animEffect transition="in" filter="wipe(down)">
                                      <p:cBhvr>
                                        <p:cTn id="33" dur="500"/>
                                        <p:tgtEl>
                                          <p:spTgt spid="15365">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5366"/>
                                        </p:tgtEl>
                                        <p:attrNameLst>
                                          <p:attrName>style.visibility</p:attrName>
                                        </p:attrNameLst>
                                      </p:cBhvr>
                                      <p:to>
                                        <p:strVal val="visible"/>
                                      </p:to>
                                    </p:set>
                                    <p:animEffect transition="in" filter="blinds(horizontal)">
                                      <p:cBhvr>
                                        <p:cTn id="38" dur="500"/>
                                        <p:tgtEl>
                                          <p:spTgt spid="153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 grpId="0" autoUpdateAnimBg="0"/>
      <p:bldP spid="15366" grpId="0" autoUpdateAnimBg="0"/>
      <p:bldP spid="15" grpId="0"/>
      <p:bldP spid="16"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pic>
        <p:nvPicPr>
          <p:cNvPr id="16386" name="Picture 31" descr="tool"/>
          <p:cNvPicPr>
            <a:picLocks noChangeAspect="1" noChangeArrowheads="1"/>
          </p:cNvPicPr>
          <p:nvPr/>
        </p:nvPicPr>
        <p:blipFill>
          <a:blip r:embed="rId2">
            <a:extLst>
              <a:ext uri="{28A0092B-C50C-407E-A947-70E740481C1C}">
                <a14:useLocalDpi xmlns:a14="http://schemas.microsoft.com/office/drawing/2010/main" val="0"/>
              </a:ext>
            </a:extLst>
          </a:blip>
          <a:srcRect t="11871" b="7123"/>
          <a:stretch>
            <a:fillRect/>
          </a:stretch>
        </p:blipFill>
        <p:spPr bwMode="auto">
          <a:xfrm>
            <a:off x="0" y="0"/>
            <a:ext cx="914400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Rectangle 32">
            <a:hlinkClick r:id="rId3" action="ppaction://hlinksldjump"/>
          </p:cNvPr>
          <p:cNvSpPr>
            <a:spLocks noChangeArrowheads="1"/>
          </p:cNvSpPr>
          <p:nvPr/>
        </p:nvSpPr>
        <p:spPr bwMode="auto">
          <a:xfrm>
            <a:off x="1144588" y="100013"/>
            <a:ext cx="1009650" cy="157162"/>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6388" name="Rectangle 33">
            <a:hlinkClick r:id="rId4" action="ppaction://hlinksldjump"/>
          </p:cNvPr>
          <p:cNvSpPr>
            <a:spLocks noChangeArrowheads="1"/>
          </p:cNvSpPr>
          <p:nvPr/>
        </p:nvSpPr>
        <p:spPr bwMode="auto">
          <a:xfrm>
            <a:off x="231140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6389" name="Rectangle 34">
            <a:hlinkClick r:id="rId5" action="ppaction://hlinksldjump"/>
          </p:cNvPr>
          <p:cNvSpPr>
            <a:spLocks noChangeArrowheads="1"/>
          </p:cNvSpPr>
          <p:nvPr/>
        </p:nvSpPr>
        <p:spPr bwMode="auto">
          <a:xfrm>
            <a:off x="3476625"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6390" name="Rectangle 35">
            <a:hlinkClick r:id="rId6" action="ppaction://hlinksldjump"/>
          </p:cNvPr>
          <p:cNvSpPr>
            <a:spLocks noChangeArrowheads="1"/>
          </p:cNvSpPr>
          <p:nvPr/>
        </p:nvSpPr>
        <p:spPr bwMode="auto">
          <a:xfrm>
            <a:off x="462915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6391" name="Rectangle 36">
            <a:hlinkClick r:id="rId7" action="ppaction://hlinksldjump"/>
          </p:cNvPr>
          <p:cNvSpPr>
            <a:spLocks noChangeArrowheads="1"/>
          </p:cNvSpPr>
          <p:nvPr/>
        </p:nvSpPr>
        <p:spPr bwMode="auto">
          <a:xfrm>
            <a:off x="5834063" y="92075"/>
            <a:ext cx="1009650" cy="193675"/>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6392" name="Rectangle 37">
            <a:hlinkClick r:id="rId8" action="ppaction://hlinksldjump"/>
          </p:cNvPr>
          <p:cNvSpPr>
            <a:spLocks noChangeArrowheads="1"/>
          </p:cNvSpPr>
          <p:nvPr/>
        </p:nvSpPr>
        <p:spPr bwMode="auto">
          <a:xfrm>
            <a:off x="6977063"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6393" name="WordArt 11"/>
          <p:cNvSpPr>
            <a:spLocks noChangeArrowheads="1" noChangeShapeType="1" noTextEdit="1"/>
          </p:cNvSpPr>
          <p:nvPr/>
        </p:nvSpPr>
        <p:spPr bwMode="auto">
          <a:xfrm>
            <a:off x="2916238" y="2492375"/>
            <a:ext cx="3352800" cy="838200"/>
          </a:xfrm>
          <a:prstGeom prst="rect">
            <a:avLst/>
          </a:prstGeom>
        </p:spPr>
        <p:txBody>
          <a:bodyPr wrap="none" fromWordArt="1">
            <a:prstTxWarp prst="textPlain">
              <a:avLst>
                <a:gd name="adj" fmla="val 50000"/>
              </a:avLst>
            </a:prstTxWarp>
          </a:bodyPr>
          <a:lstStyle/>
          <a:p>
            <a:pPr algn="ctr"/>
            <a:r>
              <a:rPr lang="zh-CN" altLang="en-US" sz="6600" kern="10">
                <a:ln w="9525">
                  <a:solidFill>
                    <a:srgbClr val="000000"/>
                  </a:solidFill>
                  <a:round/>
                  <a:headEnd/>
                  <a:tailEnd/>
                </a:ln>
                <a:solidFill>
                  <a:srgbClr val="000000"/>
                </a:solidFill>
                <a:effectLst>
                  <a:outerShdw dist="35921" dir="2700000" algn="ctr" rotWithShape="0">
                    <a:srgbClr val="808080">
                      <a:alpha val="78000"/>
                    </a:srgbClr>
                  </a:outerShdw>
                </a:effectLst>
                <a:latin typeface="黑体"/>
                <a:ea typeface="黑体"/>
              </a:rPr>
              <a:t>课外练习</a:t>
            </a:r>
            <a:endParaRPr lang="en-MY" sz="6600" kern="10">
              <a:ln w="9525">
                <a:solidFill>
                  <a:srgbClr val="000000"/>
                </a:solidFill>
                <a:round/>
                <a:headEnd/>
                <a:tailEnd/>
              </a:ln>
              <a:solidFill>
                <a:srgbClr val="000000"/>
              </a:solidFill>
              <a:effectLst>
                <a:outerShdw dist="35921" dir="2700000" algn="ctr" rotWithShape="0">
                  <a:srgbClr val="808080">
                    <a:alpha val="78000"/>
                  </a:srgbClr>
                </a:outerShdw>
              </a:effectLst>
              <a:latin typeface="黑体"/>
              <a:ea typeface="黑体"/>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468313" y="1071546"/>
            <a:ext cx="8280400" cy="5016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dirty="0"/>
              <a:t>1</a:t>
            </a:r>
            <a:r>
              <a:rPr lang="zh-CN" altLang="en-US" dirty="0"/>
              <a:t>．电阻器R1的阻值是4欧，R2的阻值是8欧，并联接入电源电压为4伏的电路中 ，则 总电流是</a:t>
            </a:r>
            <a:r>
              <a:rPr lang="zh-CN" altLang="en-US" sz="1800" b="0" u="sng" dirty="0">
                <a:latin typeface="Arial" charset="0"/>
                <a:ea typeface="宋体" pitchFamily="2" charset="-122"/>
              </a:rPr>
              <a:t>           </a:t>
            </a:r>
            <a:r>
              <a:rPr lang="zh-CN" altLang="en-US" dirty="0"/>
              <a:t>安，通过R2的电流是</a:t>
            </a:r>
            <a:r>
              <a:rPr lang="zh-CN" altLang="en-US" sz="1800" b="0" u="sng" dirty="0">
                <a:latin typeface="Arial" charset="0"/>
                <a:ea typeface="宋体" pitchFamily="2" charset="-122"/>
              </a:rPr>
              <a:t>           </a:t>
            </a:r>
            <a:r>
              <a:rPr lang="zh-CN" altLang="en-US" dirty="0"/>
              <a:t>安 .若想得到3安的总电流，那么应将R2换成一只</a:t>
            </a:r>
            <a:r>
              <a:rPr lang="zh-CN" altLang="en-US" sz="1800" b="0" u="sng" dirty="0">
                <a:latin typeface="Arial" charset="0"/>
                <a:ea typeface="宋体" pitchFamily="2" charset="-122"/>
              </a:rPr>
              <a:t>          </a:t>
            </a:r>
            <a:r>
              <a:rPr lang="zh-CN" altLang="en-US" dirty="0"/>
              <a:t>欧的电阻</a:t>
            </a:r>
            <a:r>
              <a:rPr lang="zh-CN" altLang="en-US"/>
              <a:t>与R1</a:t>
            </a:r>
            <a:r>
              <a:rPr lang="zh-CN" altLang="en-US" dirty="0"/>
              <a:t>并联接入此电路。</a:t>
            </a:r>
            <a:endParaRPr lang="en-US" altLang="zh-CN" dirty="0"/>
          </a:p>
          <a:p>
            <a:endParaRPr lang="zh-CN" altLang="en-US" dirty="0"/>
          </a:p>
          <a:p>
            <a:r>
              <a:rPr lang="en-US" altLang="zh-CN" dirty="0"/>
              <a:t>2</a:t>
            </a:r>
            <a:r>
              <a:rPr lang="zh-CN" altLang="en-US" dirty="0"/>
              <a:t>．电阻R1与R2的阻值之比为R1∶R2=3∶4，若将它们并联后接入电路中 ，通过的电流之比为</a:t>
            </a:r>
            <a:r>
              <a:rPr lang="zh-CN" altLang="en-US" sz="1800" b="0" u="sng" dirty="0">
                <a:latin typeface="Arial" charset="0"/>
                <a:ea typeface="宋体" pitchFamily="2" charset="-122"/>
              </a:rPr>
              <a:t>                  </a:t>
            </a:r>
            <a:r>
              <a:rPr lang="zh-CN" altLang="en-US" dirty="0"/>
              <a:t>；若将其串联在电路中，两电阻的电压之比为</a:t>
            </a:r>
            <a:r>
              <a:rPr lang="zh-CN" altLang="en-US" sz="1800" b="0" u="sng" dirty="0">
                <a:latin typeface="Arial" charset="0"/>
                <a:ea typeface="宋体" pitchFamily="2" charset="-122"/>
              </a:rPr>
              <a:t>                   </a:t>
            </a:r>
            <a:r>
              <a:rPr lang="zh-CN" altLang="en-US" dirty="0"/>
              <a:t>。</a:t>
            </a:r>
          </a:p>
        </p:txBody>
      </p:sp>
      <p:pic>
        <p:nvPicPr>
          <p:cNvPr id="17411" name="Picture 31" descr="tool"/>
          <p:cNvPicPr>
            <a:picLocks noChangeAspect="1" noChangeArrowheads="1"/>
          </p:cNvPicPr>
          <p:nvPr/>
        </p:nvPicPr>
        <p:blipFill>
          <a:blip r:embed="rId2">
            <a:extLst>
              <a:ext uri="{28A0092B-C50C-407E-A947-70E740481C1C}">
                <a14:useLocalDpi xmlns:a14="http://schemas.microsoft.com/office/drawing/2010/main" val="0"/>
              </a:ext>
            </a:extLst>
          </a:blip>
          <a:srcRect t="11871" b="7123"/>
          <a:stretch>
            <a:fillRect/>
          </a:stretch>
        </p:blipFill>
        <p:spPr bwMode="auto">
          <a:xfrm>
            <a:off x="0" y="0"/>
            <a:ext cx="914400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Rectangle 32">
            <a:hlinkClick r:id="rId3" action="ppaction://hlinksldjump"/>
          </p:cNvPr>
          <p:cNvSpPr>
            <a:spLocks noChangeArrowheads="1"/>
          </p:cNvSpPr>
          <p:nvPr/>
        </p:nvSpPr>
        <p:spPr bwMode="auto">
          <a:xfrm>
            <a:off x="1144588" y="100013"/>
            <a:ext cx="1009650" cy="157162"/>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7413" name="Rectangle 33">
            <a:hlinkClick r:id="rId4" action="ppaction://hlinksldjump"/>
          </p:cNvPr>
          <p:cNvSpPr>
            <a:spLocks noChangeArrowheads="1"/>
          </p:cNvSpPr>
          <p:nvPr/>
        </p:nvSpPr>
        <p:spPr bwMode="auto">
          <a:xfrm>
            <a:off x="231140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7414" name="Rectangle 34">
            <a:hlinkClick r:id="rId5" action="ppaction://hlinksldjump"/>
          </p:cNvPr>
          <p:cNvSpPr>
            <a:spLocks noChangeArrowheads="1"/>
          </p:cNvSpPr>
          <p:nvPr/>
        </p:nvSpPr>
        <p:spPr bwMode="auto">
          <a:xfrm>
            <a:off x="3476625"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7415" name="Rectangle 35">
            <a:hlinkClick r:id="rId6" action="ppaction://hlinksldjump"/>
          </p:cNvPr>
          <p:cNvSpPr>
            <a:spLocks noChangeArrowheads="1"/>
          </p:cNvSpPr>
          <p:nvPr/>
        </p:nvSpPr>
        <p:spPr bwMode="auto">
          <a:xfrm>
            <a:off x="462915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7416" name="Rectangle 36">
            <a:hlinkClick r:id="rId7" action="ppaction://hlinksldjump"/>
          </p:cNvPr>
          <p:cNvSpPr>
            <a:spLocks noChangeArrowheads="1"/>
          </p:cNvSpPr>
          <p:nvPr/>
        </p:nvSpPr>
        <p:spPr bwMode="auto">
          <a:xfrm>
            <a:off x="5834063" y="92075"/>
            <a:ext cx="1009650" cy="193675"/>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7417" name="Rectangle 37">
            <a:hlinkClick r:id="rId8" action="ppaction://hlinksldjump"/>
          </p:cNvPr>
          <p:cNvSpPr>
            <a:spLocks noChangeArrowheads="1"/>
          </p:cNvSpPr>
          <p:nvPr/>
        </p:nvSpPr>
        <p:spPr bwMode="auto">
          <a:xfrm>
            <a:off x="6977063"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323850" y="620713"/>
            <a:ext cx="8462992"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dirty="0"/>
              <a:t>3.在图示的电路中，电阻R1的阻值为15欧，电阻R2的阻值为10欧，通过电阻R1的电流为0.2安。求(1)电压表的示数，(2)电流表的示数</a:t>
            </a:r>
          </a:p>
          <a:p>
            <a:endParaRPr lang="zh-CN" altLang="en-US" sz="1800" b="0" dirty="0">
              <a:latin typeface="Arial" charset="0"/>
              <a:ea typeface="宋体" pitchFamily="2" charset="-122"/>
            </a:endParaRPr>
          </a:p>
        </p:txBody>
      </p:sp>
      <p:pic>
        <p:nvPicPr>
          <p:cNvPr id="18435" name="Picture 31" descr="tool"/>
          <p:cNvPicPr>
            <a:picLocks noChangeAspect="1" noChangeArrowheads="1"/>
          </p:cNvPicPr>
          <p:nvPr/>
        </p:nvPicPr>
        <p:blipFill>
          <a:blip r:embed="rId2">
            <a:extLst>
              <a:ext uri="{28A0092B-C50C-407E-A947-70E740481C1C}">
                <a14:useLocalDpi xmlns:a14="http://schemas.microsoft.com/office/drawing/2010/main" val="0"/>
              </a:ext>
            </a:extLst>
          </a:blip>
          <a:srcRect t="11871" b="7123"/>
          <a:stretch>
            <a:fillRect/>
          </a:stretch>
        </p:blipFill>
        <p:spPr bwMode="auto">
          <a:xfrm>
            <a:off x="0" y="0"/>
            <a:ext cx="914400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Rectangle 32">
            <a:hlinkClick r:id="rId3" action="ppaction://hlinksldjump"/>
          </p:cNvPr>
          <p:cNvSpPr>
            <a:spLocks noChangeArrowheads="1"/>
          </p:cNvSpPr>
          <p:nvPr/>
        </p:nvSpPr>
        <p:spPr bwMode="auto">
          <a:xfrm>
            <a:off x="1144588" y="100013"/>
            <a:ext cx="1009650" cy="157162"/>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8437" name="Rectangle 33">
            <a:hlinkClick r:id="rId3" action="ppaction://hlinksldjump"/>
          </p:cNvPr>
          <p:cNvSpPr>
            <a:spLocks noChangeArrowheads="1"/>
          </p:cNvSpPr>
          <p:nvPr/>
        </p:nvSpPr>
        <p:spPr bwMode="auto">
          <a:xfrm>
            <a:off x="231140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8438" name="Rectangle 34">
            <a:hlinkClick r:id="rId3" action="ppaction://hlinksldjump"/>
          </p:cNvPr>
          <p:cNvSpPr>
            <a:spLocks noChangeArrowheads="1"/>
          </p:cNvSpPr>
          <p:nvPr/>
        </p:nvSpPr>
        <p:spPr bwMode="auto">
          <a:xfrm>
            <a:off x="3476625"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8439" name="Rectangle 35">
            <a:hlinkClick r:id="rId3" action="ppaction://hlinksldjump"/>
          </p:cNvPr>
          <p:cNvSpPr>
            <a:spLocks noChangeArrowheads="1"/>
          </p:cNvSpPr>
          <p:nvPr/>
        </p:nvSpPr>
        <p:spPr bwMode="auto">
          <a:xfrm>
            <a:off x="4629150"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8440" name="Rectangle 36">
            <a:hlinkClick r:id="rId3" action="ppaction://hlinksldjump"/>
          </p:cNvPr>
          <p:cNvSpPr>
            <a:spLocks noChangeArrowheads="1"/>
          </p:cNvSpPr>
          <p:nvPr/>
        </p:nvSpPr>
        <p:spPr bwMode="auto">
          <a:xfrm>
            <a:off x="5834063" y="92075"/>
            <a:ext cx="1009650" cy="193675"/>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sp>
        <p:nvSpPr>
          <p:cNvPr id="18441" name="Rectangle 37">
            <a:hlinkClick r:id="rId3" action="ppaction://hlinksldjump"/>
          </p:cNvPr>
          <p:cNvSpPr>
            <a:spLocks noChangeArrowheads="1"/>
          </p:cNvSpPr>
          <p:nvPr/>
        </p:nvSpPr>
        <p:spPr bwMode="auto">
          <a:xfrm>
            <a:off x="6977063" y="100013"/>
            <a:ext cx="1009650" cy="185737"/>
          </a:xfrm>
          <a:prstGeom prst="rect">
            <a:avLst/>
          </a:prstGeom>
          <a:solidFill>
            <a:schemeClr val="accent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1800" b="0">
              <a:latin typeface="Calibri" pitchFamily="34" charset="0"/>
              <a:ea typeface="宋体" pitchFamily="2" charset="-122"/>
            </a:endParaRPr>
          </a:p>
        </p:txBody>
      </p:sp>
      <p:pic>
        <p:nvPicPr>
          <p:cNvPr id="18442" name="Picture 10" descr="01图1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72132" y="3143248"/>
            <a:ext cx="3114675" cy="223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theme/theme1.xml><?xml version="1.0" encoding="utf-8"?>
<a:theme xmlns:a="http://schemas.openxmlformats.org/drawingml/2006/main" name="模板（2）">
  <a:themeElements>
    <a:clrScheme name="模板（2）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模板（2）">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3200" b="1" i="0" u="none" strike="noStrike" cap="none" normalizeH="0" baseline="0" smtClean="0">
            <a:ln>
              <a:noFill/>
            </a:ln>
            <a:solidFill>
              <a:schemeClr val="tx1"/>
            </a:solidFill>
            <a:effectLst/>
            <a:latin typeface="黑体" pitchFamily="2" charset="-122"/>
            <a:ea typeface="黑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3200" b="1" i="0" u="none" strike="noStrike" cap="none" normalizeH="0" baseline="0" smtClean="0">
            <a:ln>
              <a:noFill/>
            </a:ln>
            <a:solidFill>
              <a:schemeClr val="tx1"/>
            </a:solidFill>
            <a:effectLst/>
            <a:latin typeface="黑体" pitchFamily="2" charset="-122"/>
            <a:ea typeface="黑体" pitchFamily="2" charset="-122"/>
          </a:defRPr>
        </a:defPPr>
      </a:lstStyle>
    </a:lnDef>
  </a:objectDefaults>
  <a:extraClrSchemeLst>
    <a:extraClrScheme>
      <a:clrScheme name="模板（2）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模板（2）</Template>
  <TotalTime>532</TotalTime>
  <Pages>0</Pages>
  <Words>1046</Words>
  <Characters>0</Characters>
  <Application>Microsoft Office PowerPoint</Application>
  <DocSecurity>0</DocSecurity>
  <PresentationFormat>全屏显示(4:3)</PresentationFormat>
  <Lines>0</Lines>
  <Paragraphs>103</Paragraphs>
  <Slides>25</Slides>
  <Notes>1</Notes>
  <HiddenSlides>14</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25</vt:i4>
      </vt:variant>
    </vt:vector>
  </HeadingPairs>
  <TitlesOfParts>
    <vt:vector size="33" baseType="lpstr">
      <vt:lpstr>宋体</vt:lpstr>
      <vt:lpstr>黑体</vt:lpstr>
      <vt:lpstr>Arial</vt:lpstr>
      <vt:lpstr>Calibri</vt:lpstr>
      <vt:lpstr>Cambria Math</vt:lpstr>
      <vt:lpstr>Verdana</vt:lpstr>
      <vt:lpstr>模板（2）</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番茄花园</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番茄花园</dc:creator>
  <cp:lastModifiedBy>Ei Bee Lim</cp:lastModifiedBy>
  <cp:revision>151</cp:revision>
  <cp:lastPrinted>1899-12-30T00:00:00Z</cp:lastPrinted>
  <dcterms:created xsi:type="dcterms:W3CDTF">2009-11-06T00:42:22Z</dcterms:created>
  <dcterms:modified xsi:type="dcterms:W3CDTF">2025-07-18T06:22:53Z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2052-8.1.0.2998</vt:lpwstr>
  </property>
</Properties>
</file>